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b2b0b31e4f44865" /><Relationship Type="http://schemas.openxmlformats.org/officeDocument/2006/relationships/extended-properties" Target="/docProps/app.xml" Id="Rb41a97baa7294f65" /><Relationship Type="http://schemas.openxmlformats.org/officeDocument/2006/relationships/officeDocument" Target="/ppt/presentation.xml" Id="R31d9cd338403490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78061814ee5e4003"/>
    <p:sldMasterId xmlns:r="http://schemas.openxmlformats.org/officeDocument/2006/relationships" id="2147483655" r:id="R13239051d05b4b9f"/>
  </p:sldMasterIdLst>
  <p:notesMasterIdLst>
    <p:notesMasterId xmlns:r="http://schemas.openxmlformats.org/officeDocument/2006/relationships" r:id="R4e7ca634328a4d07"/>
  </p:notesMasterIdLst>
  <p:sldIdLst>
    <p:sldId xmlns:r="http://schemas.openxmlformats.org/officeDocument/2006/relationships" id="256" r:id="R6b0b38b5f0fb43eb"/>
    <p:sldId xmlns:r="http://schemas.openxmlformats.org/officeDocument/2006/relationships" id="257" r:id="Rffab5c656d004f51"/>
    <p:sldId xmlns:r="http://schemas.openxmlformats.org/officeDocument/2006/relationships" id="258" r:id="Ra4a33b5e874943d5"/>
    <p:sldId xmlns:r="http://schemas.openxmlformats.org/officeDocument/2006/relationships" id="259" r:id="R71f631203a604f27"/>
  </p:sldIdLst>
  <p:sldSz cx="12192000" cy="6858000"/>
  <p:notesSz cx="6858000" cy="9144000"/>
  <p:embeddedFontLst>
    <p:embeddedFont>
      <p:font typeface="Inter"/>
      <p:regular xmlns:r="http://schemas.openxmlformats.org/officeDocument/2006/relationships" r:id="R68868bf4fab247cd"/>
      <p:bold xmlns:r="http://schemas.openxmlformats.org/officeDocument/2006/relationships" r:id="Re8bda1ccbd0a484b"/>
      <p:italic xmlns:r="http://schemas.openxmlformats.org/officeDocument/2006/relationships" r:id="Ra1047737479f4b11"/>
      <p:boldItalic xmlns:r="http://schemas.openxmlformats.org/officeDocument/2006/relationships" r:id="R9ce23e925f7c4498"/>
    </p:embeddedFont>
    <p:embeddedFont>
      <p:font typeface="Space Grotesk"/>
      <p:regular xmlns:r="http://schemas.openxmlformats.org/officeDocument/2006/relationships" r:id="Rcb12317b2a864998"/>
      <p:bold xmlns:r="http://schemas.openxmlformats.org/officeDocument/2006/relationships" r:id="Rf715fa11b6174eb4"/>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044594087641a1" /><Relationship Type="http://schemas.openxmlformats.org/officeDocument/2006/relationships/slideMaster" Target="/ppt/slideMasters/slideMaster1.xml" Id="R78061814ee5e4003" /><Relationship Type="http://schemas.openxmlformats.org/officeDocument/2006/relationships/slideMaster" Target="/ppt/slideMasters/slideMaster2.xml" Id="R13239051d05b4b9f" /><Relationship Type="http://schemas.openxmlformats.org/officeDocument/2006/relationships/notesMaster" Target="/ppt/notesMasters/notesMaster1.xml" Id="R4e7ca634328a4d07" /><Relationship Type="http://schemas.openxmlformats.org/officeDocument/2006/relationships/presProps" Target="/ppt/presProps.xml" Id="Rb982fb80a8a949da" /><Relationship Type="http://schemas.openxmlformats.org/officeDocument/2006/relationships/tableStyles" Target="/ppt/tableStyles.xml" Id="R6d23797772ef43f6" /><Relationship Type="http://schemas.openxmlformats.org/officeDocument/2006/relationships/font" Target="/ppt/fonts/font.dat" Id="R68868bf4fab247cd" /><Relationship Type="http://schemas.openxmlformats.org/officeDocument/2006/relationships/font" Target="/ppt/fonts/font2.dat" Id="Re8bda1ccbd0a484b" /><Relationship Type="http://schemas.openxmlformats.org/officeDocument/2006/relationships/font" Target="/ppt/fonts/font3.dat" Id="Ra1047737479f4b11" /><Relationship Type="http://schemas.openxmlformats.org/officeDocument/2006/relationships/font" Target="/ppt/fonts/font4.dat" Id="R9ce23e925f7c4498" /><Relationship Type="http://schemas.openxmlformats.org/officeDocument/2006/relationships/font" Target="/ppt/fonts/font5.dat" Id="Rcb12317b2a864998" /><Relationship Type="http://schemas.openxmlformats.org/officeDocument/2006/relationships/font" Target="/ppt/fonts/font6.dat" Id="Rf715fa11b6174eb4" /><Relationship Type="http://schemas.openxmlformats.org/officeDocument/2006/relationships/slide" Target="/ppt/slides/slide1.xml" Id="R6b0b38b5f0fb43eb" /><Relationship Type="http://schemas.openxmlformats.org/officeDocument/2006/relationships/slide" Target="/ppt/slides/slide2.xml" Id="Rffab5c656d004f51" /><Relationship Type="http://schemas.openxmlformats.org/officeDocument/2006/relationships/slide" Target="/ppt/slides/slide3.xml" Id="Ra4a33b5e874943d5" /><Relationship Type="http://schemas.openxmlformats.org/officeDocument/2006/relationships/slide" Target="/ppt/slides/slide4.xml" Id="R71f631203a604f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087a37a719934a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84e9efdaf1947f0" /><Relationship Type="http://schemas.openxmlformats.org/officeDocument/2006/relationships/notesMaster" Target="/ppt/notesMasters/notesMaster1.xml" Id="R4e7d101adfb344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d7437ecdbd41b8" /><Relationship Type="http://schemas.openxmlformats.org/officeDocument/2006/relationships/notesMaster" Target="/ppt/notesMasters/notesMaster1.xml" Id="R7965f71b328540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086e35337142b0" /><Relationship Type="http://schemas.openxmlformats.org/officeDocument/2006/relationships/notesMaster" Target="/ppt/notesMasters/notesMaster1.xml" Id="R99b65141354a44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3ada15a5c34b97" /><Relationship Type="http://schemas.openxmlformats.org/officeDocument/2006/relationships/notesMaster" Target="/ppt/notesMasters/notesMaster1.xml" Id="R3f05910f72bc43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Luminate is an AI-powered fact checker and AI-generated content detector. Mission: help people inspect a post before sharing it. The web app accepts screenshots and the Chrome extension checks posts in the feed. Detection provides signals, not proof of authorship. Built for the Innovation Intelligence Hackathon.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README.md and src/factcheck/pipeline.py at https://github.com/Illuminare-AI/IlluminarePipeline. Product screenshots supplied by the team. Layout, fonts and artwork retained from the user-provided reference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 Pew chart establishes audience size, not misinformation prevalence or adoption. In 2025, 53% of U.S. adults get news on social media at least sometimes: 21% often + 32% sometimes. Survey Aug. 18–24, 2025. Luminate allows on-demand checking rather than waiting for later corrections. No universal response-time claim is made. Pew Research Center: https://www.pewresearch.org/journalism/fact-sheet/social-media-and-news-fact-sheet/.</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README.md and src/factcheck/pipeline.py at https://github.com/Illuminare-AI/IlluminarePipeline. Product screenshots supplied by the team. Layout, fonts and artwork retained from the user-provided reference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Read and recall: text/DOM or screenshot OCR, image fingerprinting and matching media/claim memory. Extract checkable claims and persuasion phrases. Research: published fact-check lookup and speculative web research overlap, while origin checks run alongside claims. Review source support and reconcile claims. Assemble sources, verdicts, persuasion cues and uncertainty. Memory uses the default in-memory store or optional Postgres/pgvector. Matching stored verdicts provides a fast path. Origin checks include Content Credentials, detector and optional reverse image search. Missing signals do not establish authenticity. Live services require configuration.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README.md and src/factcheck/pipeline.py at https://github.com/Illuminare-AI/IlluminarePipeline. Product screenshots supplied by the team. Layout, fonts and artwork retained from the user-provided reference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These are future plans: a standalone mobile app receiving shared posts or screenshots; automated public-service X/Twitter and Reddit bots; broader model evaluation for accuracy, latency and cost. The repository has a Reddit scaffold, not proof of a public launch. Test false AI accusations on authentic human content as well as claim accuracy.</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Sources: README.md and src/factcheck/pipeline.py at https://github.com/Illuminare-AI/IlluminarePipeline. Product screenshots supplied by the team. Layout, fonts and artwork retained from the user-provided reference deck.</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37a9c151fe3425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0d0793430446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9cf7bb097374e6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ccbd53034d41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d6810baf9145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45b64e479b7418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2.xml" Id="R5673e4dbb377442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2.xml" Id="R05102f99fe1747b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2.xml" Id="R389a2c928b534c6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2.xml" Id="R8b6d523a5fb54b6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2.xml" Id="R0e75515a01d04a2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32f625913ab3492e"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0db8392eb40b4d6a"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da679a3d139c47fb"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8c62e317886c46e7"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9513d81d488d4c99"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c93a3a8563f24130"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2" name="Google Shape;12;p4">
            <a:extLst xmlns:a="http://schemas.openxmlformats.org/drawingml/2006/main">
              <a:ext uri="{FF2B5EF4-FFF2-40B4-BE49-F238E27FC236}">
                <a16:creationId xmlns:a16="http://schemas.microsoft.com/office/drawing/2014/main" id="{90258CB7-9A83-4DE7-86E0-FEA0E4FAF25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a:lnSpc>
                <a:spcPct val="110000"/>
              </a:lnSpc>
              <a:spcBef>
                <a:spcPts val="0"/>
              </a:spcBef>
              <a:spcAft>
                <a:spcPts val="0"/>
              </a:spcAft>
              <a:buSzPts val="1800"/>
              <a:buFont typeface="Arial"/>
              <a:buNone/>
              <a:defRPr sz="1800"/>
            </a:lvl2pPr>
            <a:lvl3pPr>
              <a:lnSpc>
                <a:spcPct val="110000"/>
              </a:lnSpc>
              <a:spcBef>
                <a:spcPts val="0"/>
              </a:spcBef>
              <a:spcAft>
                <a:spcPts val="0"/>
              </a:spcAft>
              <a:buSzPts val="1800"/>
              <a:buFont typeface="Arial"/>
              <a:buNone/>
              <a:defRPr sz="1800"/>
            </a:lvl3pPr>
            <a:lvl4pPr>
              <a:lnSpc>
                <a:spcPct val="110000"/>
              </a:lnSpc>
              <a:spcBef>
                <a:spcPts val="0"/>
              </a:spcBef>
              <a:spcAft>
                <a:spcPts val="0"/>
              </a:spcAft>
              <a:buSzPts val="1800"/>
              <a:buFont typeface="Arial"/>
              <a:buNone/>
              <a:defRPr sz="1800"/>
            </a:lvl4pPr>
            <a:lvl5pPr>
              <a:lnSpc>
                <a:spcPct val="110000"/>
              </a:lnSpc>
              <a:spcBef>
                <a:spcPts val="0"/>
              </a:spcBef>
              <a:spcAft>
                <a:spcPts val="0"/>
              </a:spcAft>
              <a:buSzPts val="1800"/>
              <a:buFont typeface="Arial"/>
              <a:buNone/>
              <a:defRPr sz="1800"/>
            </a:lvl5pPr>
            <a:lvl6pPr>
              <a:lnSpc>
                <a:spcPct val="110000"/>
              </a:lnSpc>
              <a:spcBef>
                <a:spcPts val="0"/>
              </a:spcBef>
              <a:spcAft>
                <a:spcPts val="0"/>
              </a:spcAft>
              <a:buSzPts val="1800"/>
              <a:buFont typeface="Arial"/>
              <a:buNone/>
              <a:defRPr sz="1800"/>
            </a:lvl6pPr>
            <a:lvl7pPr>
              <a:lnSpc>
                <a:spcPct val="110000"/>
              </a:lnSpc>
              <a:spcBef>
                <a:spcPts val="0"/>
              </a:spcBef>
              <a:spcAft>
                <a:spcPts val="0"/>
              </a:spcAft>
              <a:buSzPts val="1800"/>
              <a:buFont typeface="Arial"/>
              <a:buNone/>
              <a:defRPr sz="1800"/>
            </a:lvl7pPr>
            <a:lvl8pPr>
              <a:lnSpc>
                <a:spcPct val="110000"/>
              </a:lnSpc>
              <a:spcBef>
                <a:spcPts val="0"/>
              </a:spcBef>
              <a:spcAft>
                <a:spcPts val="0"/>
              </a:spcAft>
              <a:buSzPts val="1800"/>
              <a:buFont typeface="Arial"/>
              <a:buNone/>
              <a:defRPr sz="1800"/>
            </a:lvl8pPr>
            <a:lvl9pPr>
              <a:lnSpc>
                <a:spcPct val="110000"/>
              </a:lnSpc>
              <a:spcBef>
                <a:spcPts val="0"/>
              </a:spcBef>
              <a:spcAft>
                <a:spcPts val="0"/>
              </a:spcAft>
              <a:buSzPts val="1800"/>
              <a:buFont typeface="Arial"/>
              <a:buNone/>
              <a:defRPr sz="1800"/>
            </a:lvl9pPr>
          </a:lstStyle>
          <a:p xmlns:a="http://schemas.openxmlformats.org/drawingml/2006/main"/>
        </p:txBody>
      </p:sp>
      <p:sp>
        <p:nvSpPr>
          <p:cNvPr id="13" name="Google Shape;13;p4">
            <a:extLst xmlns:a="http://schemas.openxmlformats.org/drawingml/2006/main">
              <a:ext uri="{FF2B5EF4-FFF2-40B4-BE49-F238E27FC236}">
                <a16:creationId xmlns:a16="http://schemas.microsoft.com/office/drawing/2014/main" id="{41AE0A72-5EF5-4FEA-A12A-933802AE78A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l">
              <a:lnSpc>
                <a:spcPct val="11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defRPr>
            </a:lvl1pPr>
            <a:lvl2pPr marR="0" algn="l">
              <a:lnSpc>
                <a:spcPct val="11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defRPr>
            </a:lvl2pPr>
            <a:lvl3pPr marR="0" algn="l">
              <a:lnSpc>
                <a:spcPct val="11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defRPr>
            </a:lvl3pPr>
            <a:lvl4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4pPr>
            <a:lvl5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5pPr>
            <a:lvl6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6pPr>
            <a:lvl7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7pPr>
            <a:lvl8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8pPr>
            <a:lvl9pPr marR="0" algn="l">
              <a:lnSpc>
                <a:spcPct val="110000"/>
              </a:lnSpc>
              <a:spcBef>
                <a:spcPts val="0"/>
              </a:spcBef>
              <a:spcAft>
                <a:spcPts val="0"/>
              </a:spcAft>
              <a:buClr>
                <a:schemeClr val="dk1"/>
              </a:buClr>
              <a:buSzPts val="1800"/>
              <a:buFont typeface="Arial"/>
              <a:buNone/>
              <a:defRPr sz="18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15" name="Google Shape;15;p5">
            <a:extLst xmlns:a="http://schemas.openxmlformats.org/drawingml/2006/main">
              <a:ext uri="{FF2B5EF4-FFF2-40B4-BE49-F238E27FC236}">
                <a16:creationId xmlns:a16="http://schemas.microsoft.com/office/drawing/2014/main" id="{601A319F-0F04-42DF-B166-FFC09372D8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a:lnSpc>
                <a:spcPct val="110000"/>
              </a:lnSpc>
              <a:spcBef>
                <a:spcPts val="0"/>
              </a:spcBef>
              <a:spcAft>
                <a:spcPts val="0"/>
              </a:spcAft>
              <a:buSzPts val="1800"/>
              <a:buFont typeface="Arial"/>
              <a:buNone/>
              <a:defRPr sz="1800"/>
            </a:lvl2pPr>
            <a:lvl3pPr>
              <a:lnSpc>
                <a:spcPct val="110000"/>
              </a:lnSpc>
              <a:spcBef>
                <a:spcPts val="0"/>
              </a:spcBef>
              <a:spcAft>
                <a:spcPts val="0"/>
              </a:spcAft>
              <a:buSzPts val="1800"/>
              <a:buFont typeface="Arial"/>
              <a:buNone/>
              <a:defRPr sz="1800"/>
            </a:lvl3pPr>
            <a:lvl4pPr>
              <a:lnSpc>
                <a:spcPct val="110000"/>
              </a:lnSpc>
              <a:spcBef>
                <a:spcPts val="0"/>
              </a:spcBef>
              <a:spcAft>
                <a:spcPts val="0"/>
              </a:spcAft>
              <a:buSzPts val="1800"/>
              <a:buFont typeface="Arial"/>
              <a:buNone/>
              <a:defRPr sz="1800"/>
            </a:lvl4pPr>
            <a:lvl5pPr>
              <a:lnSpc>
                <a:spcPct val="110000"/>
              </a:lnSpc>
              <a:spcBef>
                <a:spcPts val="0"/>
              </a:spcBef>
              <a:spcAft>
                <a:spcPts val="0"/>
              </a:spcAft>
              <a:buSzPts val="1800"/>
              <a:buFont typeface="Arial"/>
              <a:buNone/>
              <a:defRPr sz="1800"/>
            </a:lvl5pPr>
            <a:lvl6pPr>
              <a:lnSpc>
                <a:spcPct val="110000"/>
              </a:lnSpc>
              <a:spcBef>
                <a:spcPts val="0"/>
              </a:spcBef>
              <a:spcAft>
                <a:spcPts val="0"/>
              </a:spcAft>
              <a:buSzPts val="1800"/>
              <a:buFont typeface="Arial"/>
              <a:buNone/>
              <a:defRPr sz="1800"/>
            </a:lvl6pPr>
            <a:lvl7pPr>
              <a:lnSpc>
                <a:spcPct val="110000"/>
              </a:lnSpc>
              <a:spcBef>
                <a:spcPts val="0"/>
              </a:spcBef>
              <a:spcAft>
                <a:spcPts val="0"/>
              </a:spcAft>
              <a:buSzPts val="1800"/>
              <a:buFont typeface="Arial"/>
              <a:buNone/>
              <a:defRPr sz="1800"/>
            </a:lvl7pPr>
            <a:lvl8pPr>
              <a:lnSpc>
                <a:spcPct val="110000"/>
              </a:lnSpc>
              <a:spcBef>
                <a:spcPts val="0"/>
              </a:spcBef>
              <a:spcAft>
                <a:spcPts val="0"/>
              </a:spcAft>
              <a:buSzPts val="1800"/>
              <a:buFont typeface="Arial"/>
              <a:buNone/>
              <a:defRPr sz="1800"/>
            </a:lvl8pPr>
            <a:lvl9pPr>
              <a:lnSpc>
                <a:spcPct val="110000"/>
              </a:lnSpc>
              <a:spcBef>
                <a:spcPts val="0"/>
              </a:spcBef>
              <a:spcAft>
                <a:spcPts val="0"/>
              </a:spcAft>
              <a:buSzPts val="1800"/>
              <a:buFont typeface="Arial"/>
              <a:buNone/>
              <a:defRPr sz="1800"/>
            </a:lvl9pPr>
          </a:lstStyle>
          <a:p xmlns:a="http://schemas.openxmlformats.org/drawingml/2006/main"/>
        </p:txBody>
      </p:sp>
    </p:spTree>
  </p:cSld>
</p:sldLayout>
</file>

<file path=ppt/slideLayouts/slideLayout4.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7" name="Google Shape;17;p6">
            <a:extLst xmlns:a="http://schemas.openxmlformats.org/drawingml/2006/main">
              <a:ext uri="{FF2B5EF4-FFF2-40B4-BE49-F238E27FC236}">
                <a16:creationId xmlns:a16="http://schemas.microsoft.com/office/drawing/2014/main" id="{760D7F6A-1132-4337-B223-ACA20A171F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a:lnSpc>
                <a:spcPct val="110000"/>
              </a:lnSpc>
              <a:spcBef>
                <a:spcPts val="0"/>
              </a:spcBef>
              <a:spcAft>
                <a:spcPts val="0"/>
              </a:spcAft>
              <a:buSzPts val="1800"/>
              <a:buFont typeface="Arial"/>
              <a:buNone/>
              <a:defRPr sz="1800"/>
            </a:lvl2pPr>
            <a:lvl3pPr>
              <a:lnSpc>
                <a:spcPct val="110000"/>
              </a:lnSpc>
              <a:spcBef>
                <a:spcPts val="0"/>
              </a:spcBef>
              <a:spcAft>
                <a:spcPts val="0"/>
              </a:spcAft>
              <a:buSzPts val="1800"/>
              <a:buFont typeface="Arial"/>
              <a:buNone/>
              <a:defRPr sz="1800"/>
            </a:lvl3pPr>
            <a:lvl4pPr>
              <a:lnSpc>
                <a:spcPct val="110000"/>
              </a:lnSpc>
              <a:spcBef>
                <a:spcPts val="0"/>
              </a:spcBef>
              <a:spcAft>
                <a:spcPts val="0"/>
              </a:spcAft>
              <a:buSzPts val="1800"/>
              <a:buFont typeface="Arial"/>
              <a:buNone/>
              <a:defRPr sz="1800"/>
            </a:lvl4pPr>
            <a:lvl5pPr>
              <a:lnSpc>
                <a:spcPct val="110000"/>
              </a:lnSpc>
              <a:spcBef>
                <a:spcPts val="0"/>
              </a:spcBef>
              <a:spcAft>
                <a:spcPts val="0"/>
              </a:spcAft>
              <a:buSzPts val="1800"/>
              <a:buFont typeface="Arial"/>
              <a:buNone/>
              <a:defRPr sz="1800"/>
            </a:lvl5pPr>
            <a:lvl6pPr>
              <a:lnSpc>
                <a:spcPct val="110000"/>
              </a:lnSpc>
              <a:spcBef>
                <a:spcPts val="0"/>
              </a:spcBef>
              <a:spcAft>
                <a:spcPts val="0"/>
              </a:spcAft>
              <a:buSzPts val="1800"/>
              <a:buFont typeface="Arial"/>
              <a:buNone/>
              <a:defRPr sz="1800"/>
            </a:lvl6pPr>
            <a:lvl7pPr>
              <a:lnSpc>
                <a:spcPct val="110000"/>
              </a:lnSpc>
              <a:spcBef>
                <a:spcPts val="0"/>
              </a:spcBef>
              <a:spcAft>
                <a:spcPts val="0"/>
              </a:spcAft>
              <a:buSzPts val="1800"/>
              <a:buFont typeface="Arial"/>
              <a:buNone/>
              <a:defRPr sz="1800"/>
            </a:lvl7pPr>
            <a:lvl8pPr>
              <a:lnSpc>
                <a:spcPct val="110000"/>
              </a:lnSpc>
              <a:spcBef>
                <a:spcPts val="0"/>
              </a:spcBef>
              <a:spcAft>
                <a:spcPts val="0"/>
              </a:spcAft>
              <a:buSzPts val="1800"/>
              <a:buFont typeface="Arial"/>
              <a:buNone/>
              <a:defRPr sz="1800"/>
            </a:lvl8pPr>
            <a:lvl9pPr>
              <a:lnSpc>
                <a:spcPct val="110000"/>
              </a:lnSpc>
              <a:spcBef>
                <a:spcPts val="0"/>
              </a:spcBef>
              <a:spcAft>
                <a:spcPts val="0"/>
              </a:spcAft>
              <a:buSzPts val="1800"/>
              <a:buFont typeface="Arial"/>
              <a:buNone/>
              <a:defRPr sz="1800"/>
            </a:lvl9pPr>
          </a:lstStyle>
          <a:p xmlns:a="http://schemas.openxmlformats.org/drawingml/2006/main"/>
        </p:txBody>
      </p:sp>
      <p:sp>
        <p:nvSpPr>
          <p:cNvPr id="18" name="Google Shape;18;p6">
            <a:extLst xmlns:a="http://schemas.openxmlformats.org/drawingml/2006/main">
              <a:ext uri="{FF2B5EF4-FFF2-40B4-BE49-F238E27FC236}">
                <a16:creationId xmlns:a16="http://schemas.microsoft.com/office/drawing/2014/main" id="{EEDE9D0C-04AD-4F77-99B0-2B6F05647BD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matchingName="Title and Two Column">
  <p:cSld name="Title and Two Column">
    <p:spTree>
      <p:nvGrpSpPr>
        <p:cNvPr id="1" name=""/>
        <p:cNvGrpSpPr/>
        <p:nvPr/>
      </p:nvGrpSpPr>
      <p:grpSpPr>
        <a:xfrm xmlns:a="http://schemas.openxmlformats.org/drawingml/2006/main"/>
      </p:grpSpPr>
      <p:sp>
        <p:nvSpPr>
          <p:cNvPr id="20" name="Google Shape;20;p7">
            <a:extLst xmlns:a="http://schemas.openxmlformats.org/drawingml/2006/main">
              <a:ext uri="{FF2B5EF4-FFF2-40B4-BE49-F238E27FC236}">
                <a16:creationId xmlns:a16="http://schemas.microsoft.com/office/drawing/2014/main" id="{795EA1F4-4E9F-474A-A393-E67B87BD86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a:lnSpc>
                <a:spcPct val="110000"/>
              </a:lnSpc>
              <a:spcBef>
                <a:spcPts val="0"/>
              </a:spcBef>
              <a:spcAft>
                <a:spcPts val="0"/>
              </a:spcAft>
              <a:buSzPts val="1800"/>
              <a:buFont typeface="Arial"/>
              <a:buNone/>
              <a:defRPr sz="1800"/>
            </a:lvl2pPr>
            <a:lvl3pPr>
              <a:lnSpc>
                <a:spcPct val="110000"/>
              </a:lnSpc>
              <a:spcBef>
                <a:spcPts val="0"/>
              </a:spcBef>
              <a:spcAft>
                <a:spcPts val="0"/>
              </a:spcAft>
              <a:buSzPts val="1800"/>
              <a:buFont typeface="Arial"/>
              <a:buNone/>
              <a:defRPr sz="1800"/>
            </a:lvl3pPr>
            <a:lvl4pPr>
              <a:lnSpc>
                <a:spcPct val="110000"/>
              </a:lnSpc>
              <a:spcBef>
                <a:spcPts val="0"/>
              </a:spcBef>
              <a:spcAft>
                <a:spcPts val="0"/>
              </a:spcAft>
              <a:buSzPts val="1800"/>
              <a:buFont typeface="Arial"/>
              <a:buNone/>
              <a:defRPr sz="1800"/>
            </a:lvl4pPr>
            <a:lvl5pPr>
              <a:lnSpc>
                <a:spcPct val="110000"/>
              </a:lnSpc>
              <a:spcBef>
                <a:spcPts val="0"/>
              </a:spcBef>
              <a:spcAft>
                <a:spcPts val="0"/>
              </a:spcAft>
              <a:buSzPts val="1800"/>
              <a:buFont typeface="Arial"/>
              <a:buNone/>
              <a:defRPr sz="1800"/>
            </a:lvl5pPr>
            <a:lvl6pPr>
              <a:lnSpc>
                <a:spcPct val="110000"/>
              </a:lnSpc>
              <a:spcBef>
                <a:spcPts val="0"/>
              </a:spcBef>
              <a:spcAft>
                <a:spcPts val="0"/>
              </a:spcAft>
              <a:buSzPts val="1800"/>
              <a:buFont typeface="Arial"/>
              <a:buNone/>
              <a:defRPr sz="1800"/>
            </a:lvl6pPr>
            <a:lvl7pPr>
              <a:lnSpc>
                <a:spcPct val="110000"/>
              </a:lnSpc>
              <a:spcBef>
                <a:spcPts val="0"/>
              </a:spcBef>
              <a:spcAft>
                <a:spcPts val="0"/>
              </a:spcAft>
              <a:buSzPts val="1800"/>
              <a:buFont typeface="Arial"/>
              <a:buNone/>
              <a:defRPr sz="1800"/>
            </a:lvl7pPr>
            <a:lvl8pPr>
              <a:lnSpc>
                <a:spcPct val="110000"/>
              </a:lnSpc>
              <a:spcBef>
                <a:spcPts val="0"/>
              </a:spcBef>
              <a:spcAft>
                <a:spcPts val="0"/>
              </a:spcAft>
              <a:buSzPts val="1800"/>
              <a:buFont typeface="Arial"/>
              <a:buNone/>
              <a:defRPr sz="1800"/>
            </a:lvl8pPr>
            <a:lvl9pPr>
              <a:lnSpc>
                <a:spcPct val="110000"/>
              </a:lnSpc>
              <a:spcBef>
                <a:spcPts val="0"/>
              </a:spcBef>
              <a:spcAft>
                <a:spcPts val="0"/>
              </a:spcAft>
              <a:buSzPts val="1800"/>
              <a:buFont typeface="Arial"/>
              <a:buNone/>
              <a:defRPr sz="1800"/>
            </a:lvl9pPr>
          </a:lstStyle>
          <a:p xmlns:a="http://schemas.openxmlformats.org/drawingml/2006/main"/>
        </p:txBody>
      </p:sp>
      <p:sp>
        <p:nvSpPr>
          <p:cNvPr id="21" name="Google Shape;21;p7">
            <a:extLst xmlns:a="http://schemas.openxmlformats.org/drawingml/2006/main">
              <a:ext uri="{FF2B5EF4-FFF2-40B4-BE49-F238E27FC236}">
                <a16:creationId xmlns:a16="http://schemas.microsoft.com/office/drawing/2014/main" id="{2722C88A-9B37-440D-82E3-C741987CD1F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p:txBody>
      </p:sp>
      <p:sp>
        <p:nvSpPr>
          <p:cNvPr id="22" name="Google Shape;22;p7">
            <a:extLst xmlns:a="http://schemas.openxmlformats.org/drawingml/2006/main">
              <a:ext uri="{FF2B5EF4-FFF2-40B4-BE49-F238E27FC236}">
                <a16:creationId xmlns:a16="http://schemas.microsoft.com/office/drawing/2014/main" id="{C6D255C1-EF5A-4B94-A7C4-D7E90BBD4D1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matchingName="Title and One Column">
  <p:cSld name="Title and One Column">
    <p:spTree>
      <p:nvGrpSpPr>
        <p:cNvPr id="1" name=""/>
        <p:cNvGrpSpPr/>
        <p:nvPr/>
      </p:nvGrpSpPr>
      <p:grpSpPr>
        <a:xfrm xmlns:a="http://schemas.openxmlformats.org/drawingml/2006/main"/>
      </p:grpSpPr>
      <p:sp>
        <p:nvSpPr>
          <p:cNvPr id="24" name="Google Shape;24;p8">
            <a:extLst xmlns:a="http://schemas.openxmlformats.org/drawingml/2006/main">
              <a:ext uri="{FF2B5EF4-FFF2-40B4-BE49-F238E27FC236}">
                <a16:creationId xmlns:a16="http://schemas.microsoft.com/office/drawing/2014/main" id="{B0BEBAD7-37FB-4CFA-883C-92CAD2FD0ED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a:lnSpc>
                <a:spcPct val="110000"/>
              </a:lnSpc>
              <a:spcBef>
                <a:spcPts val="0"/>
              </a:spcBef>
              <a:spcAft>
                <a:spcPts val="0"/>
              </a:spcAft>
              <a:buSzPts val="1800"/>
              <a:buFont typeface="Arial"/>
              <a:buNone/>
              <a:defRPr sz="1800"/>
            </a:lvl2pPr>
            <a:lvl3pPr>
              <a:lnSpc>
                <a:spcPct val="110000"/>
              </a:lnSpc>
              <a:spcBef>
                <a:spcPts val="0"/>
              </a:spcBef>
              <a:spcAft>
                <a:spcPts val="0"/>
              </a:spcAft>
              <a:buSzPts val="1800"/>
              <a:buFont typeface="Arial"/>
              <a:buNone/>
              <a:defRPr sz="1800"/>
            </a:lvl3pPr>
            <a:lvl4pPr>
              <a:lnSpc>
                <a:spcPct val="110000"/>
              </a:lnSpc>
              <a:spcBef>
                <a:spcPts val="0"/>
              </a:spcBef>
              <a:spcAft>
                <a:spcPts val="0"/>
              </a:spcAft>
              <a:buSzPts val="1800"/>
              <a:buFont typeface="Arial"/>
              <a:buNone/>
              <a:defRPr sz="1800"/>
            </a:lvl4pPr>
            <a:lvl5pPr>
              <a:lnSpc>
                <a:spcPct val="110000"/>
              </a:lnSpc>
              <a:spcBef>
                <a:spcPts val="0"/>
              </a:spcBef>
              <a:spcAft>
                <a:spcPts val="0"/>
              </a:spcAft>
              <a:buSzPts val="1800"/>
              <a:buFont typeface="Arial"/>
              <a:buNone/>
              <a:defRPr sz="1800"/>
            </a:lvl5pPr>
            <a:lvl6pPr>
              <a:lnSpc>
                <a:spcPct val="110000"/>
              </a:lnSpc>
              <a:spcBef>
                <a:spcPts val="0"/>
              </a:spcBef>
              <a:spcAft>
                <a:spcPts val="0"/>
              </a:spcAft>
              <a:buSzPts val="1800"/>
              <a:buFont typeface="Arial"/>
              <a:buNone/>
              <a:defRPr sz="1800"/>
            </a:lvl6pPr>
            <a:lvl7pPr>
              <a:lnSpc>
                <a:spcPct val="110000"/>
              </a:lnSpc>
              <a:spcBef>
                <a:spcPts val="0"/>
              </a:spcBef>
              <a:spcAft>
                <a:spcPts val="0"/>
              </a:spcAft>
              <a:buSzPts val="1800"/>
              <a:buFont typeface="Arial"/>
              <a:buNone/>
              <a:defRPr sz="1800"/>
            </a:lvl7pPr>
            <a:lvl8pPr>
              <a:lnSpc>
                <a:spcPct val="110000"/>
              </a:lnSpc>
              <a:spcBef>
                <a:spcPts val="0"/>
              </a:spcBef>
              <a:spcAft>
                <a:spcPts val="0"/>
              </a:spcAft>
              <a:buSzPts val="1800"/>
              <a:buFont typeface="Arial"/>
              <a:buNone/>
              <a:defRPr sz="1800"/>
            </a:lvl8pPr>
            <a:lvl9pPr>
              <a:lnSpc>
                <a:spcPct val="110000"/>
              </a:lnSpc>
              <a:spcBef>
                <a:spcPts val="0"/>
              </a:spcBef>
              <a:spcAft>
                <a:spcPts val="0"/>
              </a:spcAft>
              <a:buSzPts val="1800"/>
              <a:buFont typeface="Arial"/>
              <a:buNone/>
              <a:defRPr sz="1800"/>
            </a:lvl9pPr>
          </a:lstStyle>
          <a:p xmlns:a="http://schemas.openxmlformats.org/drawingml/2006/main"/>
        </p:txBody>
      </p:sp>
      <p:sp>
        <p:nvSpPr>
          <p:cNvPr id="25" name="Google Shape;25;p8">
            <a:extLst xmlns:a="http://schemas.openxmlformats.org/drawingml/2006/main">
              <a:ext uri="{FF2B5EF4-FFF2-40B4-BE49-F238E27FC236}">
                <a16:creationId xmlns:a16="http://schemas.microsoft.com/office/drawing/2014/main" id="{D4934A98-46CD-43B4-94D6-09BC89782F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p:txBody>
      </p:sp>
    </p:spTree>
  </p:cSld>
</p:sldLayout>
</file>

<file path=ppt/slideLayouts/slideLayout7.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33" name="Google Shape;33;h7ec25ba77cfe6c11_0_369">
            <a:extLst xmlns:a="http://schemas.openxmlformats.org/drawingml/2006/main">
              <a:ext uri="{FF2B5EF4-FFF2-40B4-BE49-F238E27FC236}">
                <a16:creationId xmlns:a16="http://schemas.microsoft.com/office/drawing/2014/main" id="{FCD72A5B-7258-47BD-AFC7-311C3DFA744D}"/>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4" name="Google Shape;34;h7ec25ba77cfe6c11_0_369">
            <a:extLst xmlns:a="http://schemas.openxmlformats.org/drawingml/2006/main">
              <a:ext uri="{FF2B5EF4-FFF2-40B4-BE49-F238E27FC236}">
                <a16:creationId xmlns:a16="http://schemas.microsoft.com/office/drawing/2014/main" id="{8102285D-F6AC-478A-A665-795613521E39}"/>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5" name="Google Shape;35;h7ec25ba77cfe6c11_0_369">
            <a:extLst xmlns:a="http://schemas.openxmlformats.org/drawingml/2006/main">
              <a:ext uri="{FF2B5EF4-FFF2-40B4-BE49-F238E27FC236}">
                <a16:creationId xmlns:a16="http://schemas.microsoft.com/office/drawing/2014/main" id="{CA6C39E0-9C83-4F59-B301-D8E4231E3768}"/>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37" name="Google Shape;37;h7ec25ba77cfe6c11_0_373">
            <a:extLst xmlns:a="http://schemas.openxmlformats.org/drawingml/2006/main">
              <a:ext uri="{FF2B5EF4-FFF2-40B4-BE49-F238E27FC236}">
                <a16:creationId xmlns:a16="http://schemas.microsoft.com/office/drawing/2014/main" id="{27B556A6-E160-47EB-8C98-CD748CAD2741}"/>
              </a:ext>
            </a:extLst>
          </p:cNvPr>
          <p:cNvSpPr>
            <a:spLocks xmlns:a="http://schemas.openxmlformats.org/drawingml/2006/main" noGrp="1"/>
          </p:cNvSpPr>
          <p:nvPr>
            <p:ph type="ctrTitle" idx="0"/>
          </p:nvPr>
        </p:nvSpPr>
        <p:spPr>
          <a:xfrm xmlns:a="http://schemas.openxmlformats.org/drawingml/2006/main">
            <a:off x="685800" y="2130425"/>
            <a:ext cx="7772400" cy="147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38" name="Google Shape;38;h7ec25ba77cfe6c11_0_373">
            <a:extLst xmlns:a="http://schemas.openxmlformats.org/drawingml/2006/main">
              <a:ext uri="{FF2B5EF4-FFF2-40B4-BE49-F238E27FC236}">
                <a16:creationId xmlns:a16="http://schemas.microsoft.com/office/drawing/2014/main" id="{672A88AA-7660-4AC9-9AFF-9DFFB7FCCFEF}"/>
              </a:ext>
            </a:extLst>
          </p:cNvPr>
          <p:cNvSpPr>
            <a:spLocks xmlns:a="http://schemas.openxmlformats.org/drawingml/2006/main" noGrp="1"/>
          </p:cNvSpPr>
          <p:nvPr>
            <p:ph type="subTitle" idx="1"/>
          </p:nvPr>
        </p:nvSpPr>
        <p:spPr>
          <a:xfrm xmlns:a="http://schemas.openxmlformats.org/drawingml/2006/main">
            <a:off x="1371600" y="3886200"/>
            <a:ext cx="6400800" cy="1752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ctr">
              <a:lnSpc>
                <a:spcPct val="100000"/>
              </a:lnSpc>
              <a:spcBef>
                <a:spcPts val="640"/>
              </a:spcBef>
              <a:spcAft>
                <a:spcPts val="0"/>
              </a:spcAft>
              <a:buClr>
                <a:srgbClr val="888888"/>
              </a:buClr>
              <a:buSzPts val="3200"/>
              <a:buNone/>
              <a:defRPr>
                <a:solidFill>
                  <a:srgbClr val="888888"/>
                </a:solidFill>
              </a:defRPr>
            </a:lvl1pPr>
            <a:lvl2pPr algn="ctr">
              <a:lnSpc>
                <a:spcPct val="100000"/>
              </a:lnSpc>
              <a:spcBef>
                <a:spcPts val="560"/>
              </a:spcBef>
              <a:spcAft>
                <a:spcPts val="0"/>
              </a:spcAft>
              <a:buClr>
                <a:srgbClr val="888888"/>
              </a:buClr>
              <a:buSzPts val="2800"/>
              <a:buNone/>
              <a:defRPr>
                <a:solidFill>
                  <a:srgbClr val="888888"/>
                </a:solidFill>
              </a:defRPr>
            </a:lvl2pPr>
            <a:lvl3pPr algn="ctr">
              <a:lnSpc>
                <a:spcPct val="100000"/>
              </a:lnSpc>
              <a:spcBef>
                <a:spcPts val="480"/>
              </a:spcBef>
              <a:spcAft>
                <a:spcPts val="0"/>
              </a:spcAft>
              <a:buClr>
                <a:srgbClr val="888888"/>
              </a:buClr>
              <a:buSzPts val="2400"/>
              <a:buNone/>
              <a:defRPr>
                <a:solidFill>
                  <a:srgbClr val="888888"/>
                </a:solidFill>
              </a:defRPr>
            </a:lvl3pPr>
            <a:lvl4pPr algn="ctr">
              <a:lnSpc>
                <a:spcPct val="100000"/>
              </a:lnSpc>
              <a:spcBef>
                <a:spcPts val="400"/>
              </a:spcBef>
              <a:spcAft>
                <a:spcPts val="0"/>
              </a:spcAft>
              <a:buClr>
                <a:srgbClr val="888888"/>
              </a:buClr>
              <a:buSzPts val="2000"/>
              <a:buNone/>
              <a:defRPr>
                <a:solidFill>
                  <a:srgbClr val="888888"/>
                </a:solidFill>
              </a:defRPr>
            </a:lvl4pPr>
            <a:lvl5pPr algn="ctr">
              <a:lnSpc>
                <a:spcPct val="100000"/>
              </a:lnSpc>
              <a:spcBef>
                <a:spcPts val="400"/>
              </a:spcBef>
              <a:spcAft>
                <a:spcPts val="0"/>
              </a:spcAft>
              <a:buClr>
                <a:srgbClr val="888888"/>
              </a:buClr>
              <a:buSzPts val="2000"/>
              <a:buNone/>
              <a:defRPr>
                <a:solidFill>
                  <a:srgbClr val="888888"/>
                </a:solidFill>
              </a:defRPr>
            </a:lvl5pPr>
            <a:lvl6pPr algn="ctr">
              <a:lnSpc>
                <a:spcPct val="100000"/>
              </a:lnSpc>
              <a:spcBef>
                <a:spcPts val="400"/>
              </a:spcBef>
              <a:spcAft>
                <a:spcPts val="0"/>
              </a:spcAft>
              <a:buClr>
                <a:srgbClr val="888888"/>
              </a:buClr>
              <a:buSzPts val="2000"/>
              <a:buNone/>
              <a:defRPr>
                <a:solidFill>
                  <a:srgbClr val="888888"/>
                </a:solidFill>
              </a:defRPr>
            </a:lvl6pPr>
            <a:lvl7pPr algn="ctr">
              <a:lnSpc>
                <a:spcPct val="100000"/>
              </a:lnSpc>
              <a:spcBef>
                <a:spcPts val="400"/>
              </a:spcBef>
              <a:spcAft>
                <a:spcPts val="0"/>
              </a:spcAft>
              <a:buClr>
                <a:srgbClr val="888888"/>
              </a:buClr>
              <a:buSzPts val="2000"/>
              <a:buNone/>
              <a:defRPr>
                <a:solidFill>
                  <a:srgbClr val="888888"/>
                </a:solidFill>
              </a:defRPr>
            </a:lvl7pPr>
            <a:lvl8pPr algn="ctr">
              <a:lnSpc>
                <a:spcPct val="100000"/>
              </a:lnSpc>
              <a:spcBef>
                <a:spcPts val="400"/>
              </a:spcBef>
              <a:spcAft>
                <a:spcPts val="0"/>
              </a:spcAft>
              <a:buClr>
                <a:srgbClr val="888888"/>
              </a:buClr>
              <a:buSzPts val="2000"/>
              <a:buNone/>
              <a:defRPr>
                <a:solidFill>
                  <a:srgbClr val="888888"/>
                </a:solidFill>
              </a:defRPr>
            </a:lvl8pPr>
            <a:lvl9pPr algn="ctr">
              <a:lnSpc>
                <a:spcPct val="100000"/>
              </a:lnSpc>
              <a:spcBef>
                <a:spcPts val="400"/>
              </a:spcBef>
              <a:spcAft>
                <a:spcPts val="0"/>
              </a:spcAft>
              <a:buClr>
                <a:srgbClr val="888888"/>
              </a:buClr>
              <a:buSzPts val="2000"/>
              <a:buNone/>
              <a:defRPr>
                <a:solidFill>
                  <a:srgbClr val="888888"/>
                </a:solidFill>
              </a:defRPr>
            </a:lvl9pPr>
          </a:lstStyle>
          <a:p xmlns:a="http://schemas.openxmlformats.org/drawingml/2006/main"/>
        </p:txBody>
      </p:sp>
      <p:sp>
        <p:nvSpPr>
          <p:cNvPr id="39" name="Google Shape;39;h7ec25ba77cfe6c11_0_373">
            <a:extLst xmlns:a="http://schemas.openxmlformats.org/drawingml/2006/main">
              <a:ext uri="{FF2B5EF4-FFF2-40B4-BE49-F238E27FC236}">
                <a16:creationId xmlns:a16="http://schemas.microsoft.com/office/drawing/2014/main" id="{C5AA150B-CA2A-4FC1-9A2C-D4B8F2C65387}"/>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0" name="Google Shape;40;h7ec25ba77cfe6c11_0_373">
            <a:extLst xmlns:a="http://schemas.openxmlformats.org/drawingml/2006/main">
              <a:ext uri="{FF2B5EF4-FFF2-40B4-BE49-F238E27FC236}">
                <a16:creationId xmlns:a16="http://schemas.microsoft.com/office/drawing/2014/main" id="{A27CAAB6-A068-4BF9-BAAD-8C017FD121CF}"/>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1" name="Google Shape;41;h7ec25ba77cfe6c11_0_373">
            <a:extLst xmlns:a="http://schemas.openxmlformats.org/drawingml/2006/main">
              <a:ext uri="{FF2B5EF4-FFF2-40B4-BE49-F238E27FC236}">
                <a16:creationId xmlns:a16="http://schemas.microsoft.com/office/drawing/2014/main" id="{49DF0F7A-3F60-49E9-8F78-67D6BD87152A}"/>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43" name="Google Shape;43;h7ec25ba77cfe6c11_0_379">
            <a:extLst xmlns:a="http://schemas.openxmlformats.org/drawingml/2006/main">
              <a:ext uri="{FF2B5EF4-FFF2-40B4-BE49-F238E27FC236}">
                <a16:creationId xmlns:a16="http://schemas.microsoft.com/office/drawing/2014/main" id="{5BAAE71A-4390-4256-ABBA-285D714F61D6}"/>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4" name="Google Shape;44;h7ec25ba77cfe6c11_0_379">
            <a:extLst xmlns:a="http://schemas.openxmlformats.org/drawingml/2006/main">
              <a:ext uri="{FF2B5EF4-FFF2-40B4-BE49-F238E27FC236}">
                <a16:creationId xmlns:a16="http://schemas.microsoft.com/office/drawing/2014/main" id="{0D6E71CB-0C3D-4E4C-A763-205996DB1B4A}"/>
              </a:ext>
            </a:extLst>
          </p:cNvPr>
          <p:cNvSpPr>
            <a:spLocks xmlns:a="http://schemas.openxmlformats.org/drawingml/2006/main" noGrp="1"/>
          </p:cNvSpPr>
          <p:nvPr>
            <p:ph type="body" idx="1"/>
          </p:nvPr>
        </p:nvSpPr>
        <p:spPr>
          <a:xfrm xmlns:a="http://schemas.openxmlformats.org/drawingml/2006/main">
            <a:off x="457200" y="1600200"/>
            <a:ext cx="8229600" cy="452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45" name="Google Shape;45;h7ec25ba77cfe6c11_0_379">
            <a:extLst xmlns:a="http://schemas.openxmlformats.org/drawingml/2006/main">
              <a:ext uri="{FF2B5EF4-FFF2-40B4-BE49-F238E27FC236}">
                <a16:creationId xmlns:a16="http://schemas.microsoft.com/office/drawing/2014/main" id="{4BB398C2-87B7-42DF-84EB-08B0B88F88FF}"/>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6" name="Google Shape;46;h7ec25ba77cfe6c11_0_379">
            <a:extLst xmlns:a="http://schemas.openxmlformats.org/drawingml/2006/main">
              <a:ext uri="{FF2B5EF4-FFF2-40B4-BE49-F238E27FC236}">
                <a16:creationId xmlns:a16="http://schemas.microsoft.com/office/drawing/2014/main" id="{FC54C07D-FF94-4A3F-A228-5F51B6B8785A}"/>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47" name="Google Shape;47;h7ec25ba77cfe6c11_0_379">
            <a:extLst xmlns:a="http://schemas.openxmlformats.org/drawingml/2006/main">
              <a:ext uri="{FF2B5EF4-FFF2-40B4-BE49-F238E27FC236}">
                <a16:creationId xmlns:a16="http://schemas.microsoft.com/office/drawing/2014/main" id="{78BBAE04-076C-4731-A36B-98B744A36885}"/>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49" name="Google Shape;49;h7ec25ba77cfe6c11_0_385">
            <a:extLst xmlns:a="http://schemas.openxmlformats.org/drawingml/2006/main">
              <a:ext uri="{FF2B5EF4-FFF2-40B4-BE49-F238E27FC236}">
                <a16:creationId xmlns:a16="http://schemas.microsoft.com/office/drawing/2014/main" id="{CABE6776-9523-439C-B9F9-5DF445431D9B}"/>
              </a:ext>
            </a:extLst>
          </p:cNvPr>
          <p:cNvSpPr>
            <a:spLocks xmlns:a="http://schemas.openxmlformats.org/drawingml/2006/main" noGrp="1"/>
          </p:cNvSpPr>
          <p:nvPr>
            <p:ph type="title" idx="0"/>
          </p:nvPr>
        </p:nvSpPr>
        <p:spPr>
          <a:xfrm xmlns:a="http://schemas.openxmlformats.org/drawingml/2006/main">
            <a:off x="722313" y="4406900"/>
            <a:ext cx="7772400" cy="13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algn="l">
              <a:lnSpc>
                <a:spcPct val="100000"/>
              </a:lnSpc>
              <a:spcBef>
                <a:spcPts val="0"/>
              </a:spcBef>
              <a:spcAft>
                <a:spcPts val="0"/>
              </a:spcAft>
              <a:buClr>
                <a:schemeClr val="dk1"/>
              </a:buClr>
              <a:buSzPts val="4000"/>
              <a:buFont typeface="Calibri"/>
              <a:buNone/>
              <a:defRPr sz="4000" b="1" cap="none"/>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0" name="Google Shape;50;h7ec25ba77cfe6c11_0_385">
            <a:extLst xmlns:a="http://schemas.openxmlformats.org/drawingml/2006/main">
              <a:ext uri="{FF2B5EF4-FFF2-40B4-BE49-F238E27FC236}">
                <a16:creationId xmlns:a16="http://schemas.microsoft.com/office/drawing/2014/main" id="{64EDC7D6-070E-4899-B67C-64AE6D9CD101}"/>
              </a:ext>
            </a:extLst>
          </p:cNvPr>
          <p:cNvSpPr>
            <a:spLocks xmlns:a="http://schemas.openxmlformats.org/drawingml/2006/main" noGrp="1"/>
          </p:cNvSpPr>
          <p:nvPr>
            <p:ph type="body" idx="1"/>
          </p:nvPr>
        </p:nvSpPr>
        <p:spPr>
          <a:xfrm xmlns:a="http://schemas.openxmlformats.org/drawingml/2006/main">
            <a:off x="722313" y="2906713"/>
            <a:ext cx="7772400" cy="150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00"/>
              </a:spcBef>
              <a:spcAft>
                <a:spcPts val="0"/>
              </a:spcAft>
              <a:buClr>
                <a:srgbClr val="888888"/>
              </a:buClr>
              <a:buSzPts val="2000"/>
              <a:buNone/>
              <a:defRPr sz="2000">
                <a:solidFill>
                  <a:srgbClr val="888888"/>
                </a:solidFill>
              </a:defRPr>
            </a:lvl1pPr>
            <a:lvl2pPr marL="914400" indent="-228600" algn="l">
              <a:lnSpc>
                <a:spcPct val="100000"/>
              </a:lnSpc>
              <a:spcBef>
                <a:spcPts val="360"/>
              </a:spcBef>
              <a:spcAft>
                <a:spcPts val="0"/>
              </a:spcAft>
              <a:buClr>
                <a:srgbClr val="888888"/>
              </a:buClr>
              <a:buSzPts val="1800"/>
              <a:buNone/>
              <a:defRPr sz="1800">
                <a:solidFill>
                  <a:srgbClr val="888888"/>
                </a:solidFill>
              </a:defRPr>
            </a:lvl2pPr>
            <a:lvl3pPr marL="1371600" indent="-228600" algn="l">
              <a:lnSpc>
                <a:spcPct val="100000"/>
              </a:lnSpc>
              <a:spcBef>
                <a:spcPts val="320"/>
              </a:spcBef>
              <a:spcAft>
                <a:spcPts val="0"/>
              </a:spcAft>
              <a:buClr>
                <a:srgbClr val="888888"/>
              </a:buClr>
              <a:buSzPts val="1600"/>
              <a:buNone/>
              <a:defRPr sz="1600">
                <a:solidFill>
                  <a:srgbClr val="888888"/>
                </a:solidFill>
              </a:defRPr>
            </a:lvl3pPr>
            <a:lvl4pPr marL="1828800" indent="-228600" algn="l">
              <a:lnSpc>
                <a:spcPct val="100000"/>
              </a:lnSpc>
              <a:spcBef>
                <a:spcPts val="280"/>
              </a:spcBef>
              <a:spcAft>
                <a:spcPts val="0"/>
              </a:spcAft>
              <a:buClr>
                <a:srgbClr val="888888"/>
              </a:buClr>
              <a:buSzPts val="1400"/>
              <a:buNone/>
              <a:defRPr sz="1400">
                <a:solidFill>
                  <a:srgbClr val="888888"/>
                </a:solidFill>
              </a:defRPr>
            </a:lvl4pPr>
            <a:lvl5pPr marL="2286000" indent="-228600" algn="l">
              <a:lnSpc>
                <a:spcPct val="100000"/>
              </a:lnSpc>
              <a:spcBef>
                <a:spcPts val="280"/>
              </a:spcBef>
              <a:spcAft>
                <a:spcPts val="0"/>
              </a:spcAft>
              <a:buClr>
                <a:srgbClr val="888888"/>
              </a:buClr>
              <a:buSzPts val="1400"/>
              <a:buNone/>
              <a:defRPr sz="1400">
                <a:solidFill>
                  <a:srgbClr val="888888"/>
                </a:solidFill>
              </a:defRPr>
            </a:lvl5pPr>
            <a:lvl6pPr marL="2743200" indent="-228600" algn="l">
              <a:lnSpc>
                <a:spcPct val="100000"/>
              </a:lnSpc>
              <a:spcBef>
                <a:spcPts val="280"/>
              </a:spcBef>
              <a:spcAft>
                <a:spcPts val="0"/>
              </a:spcAft>
              <a:buClr>
                <a:srgbClr val="888888"/>
              </a:buClr>
              <a:buSzPts val="1400"/>
              <a:buNone/>
              <a:defRPr sz="1400">
                <a:solidFill>
                  <a:srgbClr val="888888"/>
                </a:solidFill>
              </a:defRPr>
            </a:lvl6pPr>
            <a:lvl7pPr marL="3200400" indent="-228600" algn="l">
              <a:lnSpc>
                <a:spcPct val="100000"/>
              </a:lnSpc>
              <a:spcBef>
                <a:spcPts val="280"/>
              </a:spcBef>
              <a:spcAft>
                <a:spcPts val="0"/>
              </a:spcAft>
              <a:buClr>
                <a:srgbClr val="888888"/>
              </a:buClr>
              <a:buSzPts val="1400"/>
              <a:buNone/>
              <a:defRPr sz="1400">
                <a:solidFill>
                  <a:srgbClr val="888888"/>
                </a:solidFill>
              </a:defRPr>
            </a:lvl7pPr>
            <a:lvl8pPr marL="3657600" indent="-228600" algn="l">
              <a:lnSpc>
                <a:spcPct val="100000"/>
              </a:lnSpc>
              <a:spcBef>
                <a:spcPts val="280"/>
              </a:spcBef>
              <a:spcAft>
                <a:spcPts val="0"/>
              </a:spcAft>
              <a:buClr>
                <a:srgbClr val="888888"/>
              </a:buClr>
              <a:buSzPts val="1400"/>
              <a:buNone/>
              <a:defRPr sz="1400">
                <a:solidFill>
                  <a:srgbClr val="888888"/>
                </a:solidFill>
              </a:defRPr>
            </a:lvl8pPr>
            <a:lvl9pPr marL="4114800" indent="-228600" algn="l">
              <a:lnSpc>
                <a:spcPct val="100000"/>
              </a:lnSpc>
              <a:spcBef>
                <a:spcPts val="280"/>
              </a:spcBef>
              <a:spcAft>
                <a:spcPts val="0"/>
              </a:spcAft>
              <a:buClr>
                <a:srgbClr val="888888"/>
              </a:buClr>
              <a:buSzPts val="1400"/>
              <a:buNone/>
              <a:defRPr sz="1400">
                <a:solidFill>
                  <a:srgbClr val="888888"/>
                </a:solidFill>
              </a:defRPr>
            </a:lvl9pPr>
          </a:lstStyle>
          <a:p xmlns:a="http://schemas.openxmlformats.org/drawingml/2006/main"/>
        </p:txBody>
      </p:sp>
      <p:sp>
        <p:nvSpPr>
          <p:cNvPr id="51" name="Google Shape;51;h7ec25ba77cfe6c11_0_385">
            <a:extLst xmlns:a="http://schemas.openxmlformats.org/drawingml/2006/main">
              <a:ext uri="{FF2B5EF4-FFF2-40B4-BE49-F238E27FC236}">
                <a16:creationId xmlns:a16="http://schemas.microsoft.com/office/drawing/2014/main" id="{C509A57B-806B-43A3-AC32-BCBA6AE7D89F}"/>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2" name="Google Shape;52;h7ec25ba77cfe6c11_0_385">
            <a:extLst xmlns:a="http://schemas.openxmlformats.org/drawingml/2006/main">
              <a:ext uri="{FF2B5EF4-FFF2-40B4-BE49-F238E27FC236}">
                <a16:creationId xmlns:a16="http://schemas.microsoft.com/office/drawing/2014/main" id="{E92BB095-1560-4443-B8C7-A295BDBD07C6}"/>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3" name="Google Shape;53;h7ec25ba77cfe6c11_0_385">
            <a:extLst xmlns:a="http://schemas.openxmlformats.org/drawingml/2006/main">
              <a:ext uri="{FF2B5EF4-FFF2-40B4-BE49-F238E27FC236}">
                <a16:creationId xmlns:a16="http://schemas.microsoft.com/office/drawing/2014/main" id="{FF72A774-A8F1-498F-9997-3EB095781571}"/>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Two Content" type="twoObj">
  <p:cSld name="TWO_OBJECTS">
    <p:spTree>
      <p:nvGrpSpPr>
        <p:cNvPr id="1" name=""/>
        <p:cNvGrpSpPr/>
        <p:nvPr/>
      </p:nvGrpSpPr>
      <p:grpSpPr>
        <a:xfrm xmlns:a="http://schemas.openxmlformats.org/drawingml/2006/main"/>
      </p:grpSpPr>
      <p:sp>
        <p:nvSpPr>
          <p:cNvPr id="55" name="Google Shape;55;h7ec25ba77cfe6c11_0_391">
            <a:extLst xmlns:a="http://schemas.openxmlformats.org/drawingml/2006/main">
              <a:ext uri="{FF2B5EF4-FFF2-40B4-BE49-F238E27FC236}">
                <a16:creationId xmlns:a16="http://schemas.microsoft.com/office/drawing/2014/main" id="{CF4BB49E-9A4E-45C3-8B88-11BC2A17FAF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6" name="Google Shape;56;h7ec25ba77cfe6c11_0_391">
            <a:extLst xmlns:a="http://schemas.openxmlformats.org/drawingml/2006/main">
              <a:ext uri="{FF2B5EF4-FFF2-40B4-BE49-F238E27FC236}">
                <a16:creationId xmlns:a16="http://schemas.microsoft.com/office/drawing/2014/main" id="{165B63CA-7296-4E01-9D70-7397FA7AF48F}"/>
              </a:ext>
            </a:extLst>
          </p:cNvPr>
          <p:cNvSpPr>
            <a:spLocks xmlns:a="http://schemas.openxmlformats.org/drawingml/2006/main" noGrp="1"/>
          </p:cNvSpPr>
          <p:nvPr>
            <p:ph type="body" idx="1"/>
          </p:nvPr>
        </p:nvSpPr>
        <p:spPr>
          <a:xfrm xmlns:a="http://schemas.openxmlformats.org/drawingml/2006/main">
            <a:off x="457200" y="1600200"/>
            <a:ext cx="4038600" cy="452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57" name="Google Shape;57;h7ec25ba77cfe6c11_0_391">
            <a:extLst xmlns:a="http://schemas.openxmlformats.org/drawingml/2006/main">
              <a:ext uri="{FF2B5EF4-FFF2-40B4-BE49-F238E27FC236}">
                <a16:creationId xmlns:a16="http://schemas.microsoft.com/office/drawing/2014/main" id="{C9B8533C-D4A2-434D-9830-AE19C7B29AC5}"/>
              </a:ext>
            </a:extLst>
          </p:cNvPr>
          <p:cNvSpPr>
            <a:spLocks xmlns:a="http://schemas.openxmlformats.org/drawingml/2006/main" noGrp="1"/>
          </p:cNvSpPr>
          <p:nvPr>
            <p:ph type="body" idx="2"/>
          </p:nvPr>
        </p:nvSpPr>
        <p:spPr>
          <a:xfrm xmlns:a="http://schemas.openxmlformats.org/drawingml/2006/main">
            <a:off x="4648200" y="1600200"/>
            <a:ext cx="4038600" cy="452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06400" algn="l">
              <a:lnSpc>
                <a:spcPct val="100000"/>
              </a:lnSpc>
              <a:spcBef>
                <a:spcPts val="560"/>
              </a:spcBef>
              <a:spcAft>
                <a:spcPts val="0"/>
              </a:spcAft>
              <a:buClr>
                <a:schemeClr val="dk1"/>
              </a:buClr>
              <a:buSzPts val="2800"/>
              <a:buChar char="•"/>
              <a:defRPr sz="2800"/>
            </a:lvl1pPr>
            <a:lvl2pPr marL="914400" indent="-381000" algn="l">
              <a:lnSpc>
                <a:spcPct val="100000"/>
              </a:lnSpc>
              <a:spcBef>
                <a:spcPts val="480"/>
              </a:spcBef>
              <a:spcAft>
                <a:spcPts val="0"/>
              </a:spcAft>
              <a:buClr>
                <a:schemeClr val="dk1"/>
              </a:buClr>
              <a:buSzPts val="2400"/>
              <a:buChar char="–"/>
              <a:defRPr sz="2400"/>
            </a:lvl2pPr>
            <a:lvl3pPr marL="1371600" indent="-355600" algn="l">
              <a:lnSpc>
                <a:spcPct val="100000"/>
              </a:lnSpc>
              <a:spcBef>
                <a:spcPts val="400"/>
              </a:spcBef>
              <a:spcAft>
                <a:spcPts val="0"/>
              </a:spcAft>
              <a:buClr>
                <a:schemeClr val="dk1"/>
              </a:buClr>
              <a:buSzPts val="2000"/>
              <a:buChar char="•"/>
              <a:defRPr sz="2000"/>
            </a:lvl3pPr>
            <a:lvl4pPr marL="1828800" indent="-342900" algn="l">
              <a:lnSpc>
                <a:spcPct val="100000"/>
              </a:lnSpc>
              <a:spcBef>
                <a:spcPts val="360"/>
              </a:spcBef>
              <a:spcAft>
                <a:spcPts val="0"/>
              </a:spcAft>
              <a:buClr>
                <a:schemeClr val="dk1"/>
              </a:buClr>
              <a:buSzPts val="1800"/>
              <a:buChar char="–"/>
              <a:defRPr sz="1800"/>
            </a:lvl4pPr>
            <a:lvl5pPr marL="2286000" indent="-342900" algn="l">
              <a:lnSpc>
                <a:spcPct val="100000"/>
              </a:lnSpc>
              <a:spcBef>
                <a:spcPts val="360"/>
              </a:spcBef>
              <a:spcAft>
                <a:spcPts val="0"/>
              </a:spcAft>
              <a:buClr>
                <a:schemeClr val="dk1"/>
              </a:buClr>
              <a:buSzPts val="1800"/>
              <a:buChar char="»"/>
              <a:defRPr sz="1800"/>
            </a:lvl5pPr>
            <a:lvl6pPr marL="2743200" indent="-342900" algn="l">
              <a:lnSpc>
                <a:spcPct val="100000"/>
              </a:lnSpc>
              <a:spcBef>
                <a:spcPts val="360"/>
              </a:spcBef>
              <a:spcAft>
                <a:spcPts val="0"/>
              </a:spcAft>
              <a:buClr>
                <a:schemeClr val="dk1"/>
              </a:buClr>
              <a:buSzPts val="1800"/>
              <a:buChar char="•"/>
              <a:defRPr sz="1800"/>
            </a:lvl6pPr>
            <a:lvl7pPr marL="3200400" indent="-342900" algn="l">
              <a:lnSpc>
                <a:spcPct val="100000"/>
              </a:lnSpc>
              <a:spcBef>
                <a:spcPts val="360"/>
              </a:spcBef>
              <a:spcAft>
                <a:spcPts val="0"/>
              </a:spcAft>
              <a:buClr>
                <a:schemeClr val="dk1"/>
              </a:buClr>
              <a:buSzPts val="1800"/>
              <a:buChar char="•"/>
              <a:defRPr sz="1800"/>
            </a:lvl7pPr>
            <a:lvl8pPr marL="3657600" indent="-342900" algn="l">
              <a:lnSpc>
                <a:spcPct val="100000"/>
              </a:lnSpc>
              <a:spcBef>
                <a:spcPts val="360"/>
              </a:spcBef>
              <a:spcAft>
                <a:spcPts val="0"/>
              </a:spcAft>
              <a:buClr>
                <a:schemeClr val="dk1"/>
              </a:buClr>
              <a:buSzPts val="1800"/>
              <a:buChar char="•"/>
              <a:defRPr sz="1800"/>
            </a:lvl8pPr>
            <a:lvl9pPr marL="4114800" indent="-342900" algn="l">
              <a:lnSpc>
                <a:spcPct val="100000"/>
              </a:lnSpc>
              <a:spcBef>
                <a:spcPts val="360"/>
              </a:spcBef>
              <a:spcAft>
                <a:spcPts val="0"/>
              </a:spcAft>
              <a:buClr>
                <a:schemeClr val="dk1"/>
              </a:buClr>
              <a:buSzPts val="1800"/>
              <a:buChar char="•"/>
              <a:defRPr sz="1800"/>
            </a:lvl9pPr>
          </a:lstStyle>
          <a:p xmlns:a="http://schemas.openxmlformats.org/drawingml/2006/main"/>
        </p:txBody>
      </p:sp>
      <p:sp>
        <p:nvSpPr>
          <p:cNvPr id="58" name="Google Shape;58;h7ec25ba77cfe6c11_0_391">
            <a:extLst xmlns:a="http://schemas.openxmlformats.org/drawingml/2006/main">
              <a:ext uri="{FF2B5EF4-FFF2-40B4-BE49-F238E27FC236}">
                <a16:creationId xmlns:a16="http://schemas.microsoft.com/office/drawing/2014/main" id="{078DDB49-75F5-46AB-B764-E955C7BF0549}"/>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59" name="Google Shape;59;h7ec25ba77cfe6c11_0_391">
            <a:extLst xmlns:a="http://schemas.openxmlformats.org/drawingml/2006/main">
              <a:ext uri="{FF2B5EF4-FFF2-40B4-BE49-F238E27FC236}">
                <a16:creationId xmlns:a16="http://schemas.microsoft.com/office/drawing/2014/main" id="{4DB3176E-6E07-437D-B3B3-F0D1BB2E33B5}"/>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0" name="Google Shape;60;h7ec25ba77cfe6c11_0_391">
            <a:extLst xmlns:a="http://schemas.openxmlformats.org/drawingml/2006/main">
              <a:ext uri="{FF2B5EF4-FFF2-40B4-BE49-F238E27FC236}">
                <a16:creationId xmlns:a16="http://schemas.microsoft.com/office/drawing/2014/main" id="{A5D5944F-2EA2-4184-8879-5B35A467BCAD}"/>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Comparison" type="twoTxTwoObj">
  <p:cSld name="TWO_OBJECTS_WITH_TEXT">
    <p:spTree>
      <p:nvGrpSpPr>
        <p:cNvPr id="1" name=""/>
        <p:cNvGrpSpPr/>
        <p:nvPr/>
      </p:nvGrpSpPr>
      <p:grpSpPr>
        <a:xfrm xmlns:a="http://schemas.openxmlformats.org/drawingml/2006/main"/>
      </p:grpSpPr>
      <p:sp>
        <p:nvSpPr>
          <p:cNvPr id="62" name="Google Shape;62;h7ec25ba77cfe6c11_0_398">
            <a:extLst xmlns:a="http://schemas.openxmlformats.org/drawingml/2006/main">
              <a:ext uri="{FF2B5EF4-FFF2-40B4-BE49-F238E27FC236}">
                <a16:creationId xmlns:a16="http://schemas.microsoft.com/office/drawing/2014/main" id="{9CFB85C4-B804-4A1A-AAF8-61C607D9588A}"/>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4400"/>
              <a:buFont typeface="Calibri"/>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3" name="Google Shape;63;h7ec25ba77cfe6c11_0_398">
            <a:extLst xmlns:a="http://schemas.openxmlformats.org/drawingml/2006/main">
              <a:ext uri="{FF2B5EF4-FFF2-40B4-BE49-F238E27FC236}">
                <a16:creationId xmlns:a16="http://schemas.microsoft.com/office/drawing/2014/main" id="{2B5AEB8D-6234-4D00-A020-3A9BDE9AE623}"/>
              </a:ext>
            </a:extLst>
          </p:cNvPr>
          <p:cNvSpPr>
            <a:spLocks xmlns:a="http://schemas.openxmlformats.org/drawingml/2006/main" noGrp="1"/>
          </p:cNvSpPr>
          <p:nvPr>
            <p:ph type="body" idx="1"/>
          </p:nvPr>
        </p:nvSpPr>
        <p:spPr>
          <a:xfrm xmlns:a="http://schemas.openxmlformats.org/drawingml/2006/main">
            <a:off x="457200" y="1535113"/>
            <a:ext cx="4040100" cy="63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64" name="Google Shape;64;h7ec25ba77cfe6c11_0_398">
            <a:extLst xmlns:a="http://schemas.openxmlformats.org/drawingml/2006/main">
              <a:ext uri="{FF2B5EF4-FFF2-40B4-BE49-F238E27FC236}">
                <a16:creationId xmlns:a16="http://schemas.microsoft.com/office/drawing/2014/main" id="{A187F715-A301-44A2-A92C-581FC7966EC6}"/>
              </a:ext>
            </a:extLst>
          </p:cNvPr>
          <p:cNvSpPr>
            <a:spLocks xmlns:a="http://schemas.openxmlformats.org/drawingml/2006/main" noGrp="1"/>
          </p:cNvSpPr>
          <p:nvPr>
            <p:ph type="body" idx="2"/>
          </p:nvPr>
        </p:nvSpPr>
        <p:spPr>
          <a:xfrm xmlns:a="http://schemas.openxmlformats.org/drawingml/2006/main">
            <a:off x="457200" y="2174875"/>
            <a:ext cx="4040100" cy="395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65" name="Google Shape;65;h7ec25ba77cfe6c11_0_398">
            <a:extLst xmlns:a="http://schemas.openxmlformats.org/drawingml/2006/main">
              <a:ext uri="{FF2B5EF4-FFF2-40B4-BE49-F238E27FC236}">
                <a16:creationId xmlns:a16="http://schemas.microsoft.com/office/drawing/2014/main" id="{2B106915-C991-4DE9-98B4-00C40DFAB7CE}"/>
              </a:ext>
            </a:extLst>
          </p:cNvPr>
          <p:cNvSpPr>
            <a:spLocks xmlns:a="http://schemas.openxmlformats.org/drawingml/2006/main" noGrp="1"/>
          </p:cNvSpPr>
          <p:nvPr>
            <p:ph type="body" idx="3"/>
          </p:nvPr>
        </p:nvSpPr>
        <p:spPr>
          <a:xfrm xmlns:a="http://schemas.openxmlformats.org/drawingml/2006/main">
            <a:off x="4645025" y="1535113"/>
            <a:ext cx="4041900" cy="63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marL="457200" indent="-228600" algn="l">
              <a:lnSpc>
                <a:spcPct val="100000"/>
              </a:lnSpc>
              <a:spcBef>
                <a:spcPts val="480"/>
              </a:spcBef>
              <a:spcAft>
                <a:spcPts val="0"/>
              </a:spcAft>
              <a:buClr>
                <a:schemeClr val="dk1"/>
              </a:buClr>
              <a:buSzPts val="2400"/>
              <a:buNone/>
              <a:defRPr sz="2400" b="1"/>
            </a:lvl1pPr>
            <a:lvl2pPr marL="914400" indent="-228600" algn="l">
              <a:lnSpc>
                <a:spcPct val="100000"/>
              </a:lnSpc>
              <a:spcBef>
                <a:spcPts val="400"/>
              </a:spcBef>
              <a:spcAft>
                <a:spcPts val="0"/>
              </a:spcAft>
              <a:buClr>
                <a:schemeClr val="dk1"/>
              </a:buClr>
              <a:buSzPts val="2000"/>
              <a:buNone/>
              <a:defRPr sz="2000" b="1"/>
            </a:lvl2pPr>
            <a:lvl3pPr marL="1371600" indent="-228600" algn="l">
              <a:lnSpc>
                <a:spcPct val="100000"/>
              </a:lnSpc>
              <a:spcBef>
                <a:spcPts val="360"/>
              </a:spcBef>
              <a:spcAft>
                <a:spcPts val="0"/>
              </a:spcAft>
              <a:buClr>
                <a:schemeClr val="dk1"/>
              </a:buClr>
              <a:buSzPts val="1800"/>
              <a:buNone/>
              <a:defRPr sz="1800" b="1"/>
            </a:lvl3pPr>
            <a:lvl4pPr marL="1828800" indent="-228600" algn="l">
              <a:lnSpc>
                <a:spcPct val="100000"/>
              </a:lnSpc>
              <a:spcBef>
                <a:spcPts val="320"/>
              </a:spcBef>
              <a:spcAft>
                <a:spcPts val="0"/>
              </a:spcAft>
              <a:buClr>
                <a:schemeClr val="dk1"/>
              </a:buClr>
              <a:buSzPts val="1600"/>
              <a:buNone/>
              <a:defRPr sz="1600" b="1"/>
            </a:lvl4pPr>
            <a:lvl5pPr marL="2286000" indent="-228600" algn="l">
              <a:lnSpc>
                <a:spcPct val="100000"/>
              </a:lnSpc>
              <a:spcBef>
                <a:spcPts val="320"/>
              </a:spcBef>
              <a:spcAft>
                <a:spcPts val="0"/>
              </a:spcAft>
              <a:buClr>
                <a:schemeClr val="dk1"/>
              </a:buClr>
              <a:buSzPts val="1600"/>
              <a:buNone/>
              <a:defRPr sz="1600" b="1"/>
            </a:lvl5pPr>
            <a:lvl6pPr marL="2743200" indent="-228600" algn="l">
              <a:lnSpc>
                <a:spcPct val="100000"/>
              </a:lnSpc>
              <a:spcBef>
                <a:spcPts val="320"/>
              </a:spcBef>
              <a:spcAft>
                <a:spcPts val="0"/>
              </a:spcAft>
              <a:buClr>
                <a:schemeClr val="dk1"/>
              </a:buClr>
              <a:buSzPts val="1600"/>
              <a:buNone/>
              <a:defRPr sz="1600" b="1"/>
            </a:lvl6pPr>
            <a:lvl7pPr marL="3200400" indent="-228600" algn="l">
              <a:lnSpc>
                <a:spcPct val="100000"/>
              </a:lnSpc>
              <a:spcBef>
                <a:spcPts val="320"/>
              </a:spcBef>
              <a:spcAft>
                <a:spcPts val="0"/>
              </a:spcAft>
              <a:buClr>
                <a:schemeClr val="dk1"/>
              </a:buClr>
              <a:buSzPts val="1600"/>
              <a:buNone/>
              <a:defRPr sz="1600" b="1"/>
            </a:lvl7pPr>
            <a:lvl8pPr marL="3657600" indent="-228600" algn="l">
              <a:lnSpc>
                <a:spcPct val="100000"/>
              </a:lnSpc>
              <a:spcBef>
                <a:spcPts val="320"/>
              </a:spcBef>
              <a:spcAft>
                <a:spcPts val="0"/>
              </a:spcAft>
              <a:buClr>
                <a:schemeClr val="dk1"/>
              </a:buClr>
              <a:buSzPts val="1600"/>
              <a:buNone/>
              <a:defRPr sz="1600" b="1"/>
            </a:lvl8pPr>
            <a:lvl9pPr marL="4114800" indent="-228600" algn="l">
              <a:lnSpc>
                <a:spcPct val="100000"/>
              </a:lnSpc>
              <a:spcBef>
                <a:spcPts val="320"/>
              </a:spcBef>
              <a:spcAft>
                <a:spcPts val="0"/>
              </a:spcAft>
              <a:buClr>
                <a:schemeClr val="dk1"/>
              </a:buClr>
              <a:buSzPts val="1600"/>
              <a:buNone/>
              <a:defRPr sz="1600" b="1"/>
            </a:lvl9pPr>
          </a:lstStyle>
          <a:p xmlns:a="http://schemas.openxmlformats.org/drawingml/2006/main"/>
        </p:txBody>
      </p:sp>
      <p:sp>
        <p:nvSpPr>
          <p:cNvPr id="66" name="Google Shape;66;h7ec25ba77cfe6c11_0_398">
            <a:extLst xmlns:a="http://schemas.openxmlformats.org/drawingml/2006/main">
              <a:ext uri="{FF2B5EF4-FFF2-40B4-BE49-F238E27FC236}">
                <a16:creationId xmlns:a16="http://schemas.microsoft.com/office/drawing/2014/main" id="{001959B0-EACF-4A99-B8EB-1617DE886134}"/>
              </a:ext>
            </a:extLst>
          </p:cNvPr>
          <p:cNvSpPr>
            <a:spLocks xmlns:a="http://schemas.openxmlformats.org/drawingml/2006/main" noGrp="1"/>
          </p:cNvSpPr>
          <p:nvPr>
            <p:ph type="body" idx="4"/>
          </p:nvPr>
        </p:nvSpPr>
        <p:spPr>
          <a:xfrm xmlns:a="http://schemas.openxmlformats.org/drawingml/2006/main">
            <a:off x="4645025" y="2174875"/>
            <a:ext cx="4041900" cy="3951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81000" algn="l">
              <a:lnSpc>
                <a:spcPct val="100000"/>
              </a:lnSpc>
              <a:spcBef>
                <a:spcPts val="480"/>
              </a:spcBef>
              <a:spcAft>
                <a:spcPts val="0"/>
              </a:spcAft>
              <a:buClr>
                <a:schemeClr val="dk1"/>
              </a:buClr>
              <a:buSzPts val="2400"/>
              <a:buChar char="•"/>
              <a:defRPr sz="2400"/>
            </a:lvl1pPr>
            <a:lvl2pPr marL="914400" indent="-355600" algn="l">
              <a:lnSpc>
                <a:spcPct val="100000"/>
              </a:lnSpc>
              <a:spcBef>
                <a:spcPts val="400"/>
              </a:spcBef>
              <a:spcAft>
                <a:spcPts val="0"/>
              </a:spcAft>
              <a:buClr>
                <a:schemeClr val="dk1"/>
              </a:buClr>
              <a:buSzPts val="2000"/>
              <a:buChar char="–"/>
              <a:defRPr sz="2000"/>
            </a:lvl2pPr>
            <a:lvl3pPr marL="1371600" indent="-342900" algn="l">
              <a:lnSpc>
                <a:spcPct val="100000"/>
              </a:lnSpc>
              <a:spcBef>
                <a:spcPts val="360"/>
              </a:spcBef>
              <a:spcAft>
                <a:spcPts val="0"/>
              </a:spcAft>
              <a:buClr>
                <a:schemeClr val="dk1"/>
              </a:buClr>
              <a:buSzPts val="1800"/>
              <a:buChar char="•"/>
              <a:defRPr sz="1800"/>
            </a:lvl3pPr>
            <a:lvl4pPr marL="1828800" indent="-330200" algn="l">
              <a:lnSpc>
                <a:spcPct val="100000"/>
              </a:lnSpc>
              <a:spcBef>
                <a:spcPts val="320"/>
              </a:spcBef>
              <a:spcAft>
                <a:spcPts val="0"/>
              </a:spcAft>
              <a:buClr>
                <a:schemeClr val="dk1"/>
              </a:buClr>
              <a:buSzPts val="1600"/>
              <a:buChar char="–"/>
              <a:defRPr sz="1600"/>
            </a:lvl4pPr>
            <a:lvl5pPr marL="2286000" indent="-330200" algn="l">
              <a:lnSpc>
                <a:spcPct val="100000"/>
              </a:lnSpc>
              <a:spcBef>
                <a:spcPts val="320"/>
              </a:spcBef>
              <a:spcAft>
                <a:spcPts val="0"/>
              </a:spcAft>
              <a:buClr>
                <a:schemeClr val="dk1"/>
              </a:buClr>
              <a:buSzPts val="1600"/>
              <a:buChar char="»"/>
              <a:defRPr sz="1600"/>
            </a:lvl5pPr>
            <a:lvl6pPr marL="2743200" indent="-330200" algn="l">
              <a:lnSpc>
                <a:spcPct val="100000"/>
              </a:lnSpc>
              <a:spcBef>
                <a:spcPts val="320"/>
              </a:spcBef>
              <a:spcAft>
                <a:spcPts val="0"/>
              </a:spcAft>
              <a:buClr>
                <a:schemeClr val="dk1"/>
              </a:buClr>
              <a:buSzPts val="1600"/>
              <a:buChar char="•"/>
              <a:defRPr sz="1600"/>
            </a:lvl6pPr>
            <a:lvl7pPr marL="3200400" indent="-330200" algn="l">
              <a:lnSpc>
                <a:spcPct val="100000"/>
              </a:lnSpc>
              <a:spcBef>
                <a:spcPts val="320"/>
              </a:spcBef>
              <a:spcAft>
                <a:spcPts val="0"/>
              </a:spcAft>
              <a:buClr>
                <a:schemeClr val="dk1"/>
              </a:buClr>
              <a:buSzPts val="1600"/>
              <a:buChar char="•"/>
              <a:defRPr sz="1600"/>
            </a:lvl7pPr>
            <a:lvl8pPr marL="3657600" indent="-330200" algn="l">
              <a:lnSpc>
                <a:spcPct val="100000"/>
              </a:lnSpc>
              <a:spcBef>
                <a:spcPts val="320"/>
              </a:spcBef>
              <a:spcAft>
                <a:spcPts val="0"/>
              </a:spcAft>
              <a:buClr>
                <a:schemeClr val="dk1"/>
              </a:buClr>
              <a:buSzPts val="1600"/>
              <a:buChar char="•"/>
              <a:defRPr sz="1600"/>
            </a:lvl8pPr>
            <a:lvl9pPr marL="4114800" indent="-330200" algn="l">
              <a:lnSpc>
                <a:spcPct val="100000"/>
              </a:lnSpc>
              <a:spcBef>
                <a:spcPts val="320"/>
              </a:spcBef>
              <a:spcAft>
                <a:spcPts val="0"/>
              </a:spcAft>
              <a:buClr>
                <a:schemeClr val="dk1"/>
              </a:buClr>
              <a:buSzPts val="1600"/>
              <a:buChar char="•"/>
              <a:defRPr sz="1600"/>
            </a:lvl9pPr>
          </a:lstStyle>
          <a:p xmlns:a="http://schemas.openxmlformats.org/drawingml/2006/main"/>
        </p:txBody>
      </p:sp>
      <p:sp>
        <p:nvSpPr>
          <p:cNvPr id="67" name="Google Shape;67;h7ec25ba77cfe6c11_0_398">
            <a:extLst xmlns:a="http://schemas.openxmlformats.org/drawingml/2006/main">
              <a:ext uri="{FF2B5EF4-FFF2-40B4-BE49-F238E27FC236}">
                <a16:creationId xmlns:a16="http://schemas.microsoft.com/office/drawing/2014/main" id="{D71F61D6-9E11-4A96-A5C3-1F564322F59A}"/>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8" name="Google Shape;68;h7ec25ba77cfe6c11_0_398">
            <a:extLst xmlns:a="http://schemas.openxmlformats.org/drawingml/2006/main">
              <a:ext uri="{FF2B5EF4-FFF2-40B4-BE49-F238E27FC236}">
                <a16:creationId xmlns:a16="http://schemas.microsoft.com/office/drawing/2014/main" id="{196B4C7C-5C70-4B9A-8952-A37BB3902B3A}"/>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69" name="Google Shape;69;h7ec25ba77cfe6c11_0_398">
            <a:extLst xmlns:a="http://schemas.openxmlformats.org/drawingml/2006/main">
              <a:ext uri="{FF2B5EF4-FFF2-40B4-BE49-F238E27FC236}">
                <a16:creationId xmlns:a16="http://schemas.microsoft.com/office/drawing/2014/main" id="{03F824C8-A3F2-469A-8243-75FF01F1DF02}"/>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71" name="Google Shape;71;h7ec25ba77cfe6c11_0_407">
            <a:extLst xmlns:a="http://schemas.openxmlformats.org/drawingml/2006/main">
              <a:ext uri="{FF2B5EF4-FFF2-40B4-BE49-F238E27FC236}">
                <a16:creationId xmlns:a16="http://schemas.microsoft.com/office/drawing/2014/main" id="{CADB6182-5D1C-4E3E-AF65-A32303847B7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2" name="Google Shape;72;h7ec25ba77cfe6c11_0_407">
            <a:extLst xmlns:a="http://schemas.openxmlformats.org/drawingml/2006/main">
              <a:ext uri="{FF2B5EF4-FFF2-40B4-BE49-F238E27FC236}">
                <a16:creationId xmlns:a16="http://schemas.microsoft.com/office/drawing/2014/main" id="{F309A311-B945-4B00-8EAC-42FF7CA412B2}"/>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3" name="Google Shape;73;h7ec25ba77cfe6c11_0_407">
            <a:extLst xmlns:a="http://schemas.openxmlformats.org/drawingml/2006/main">
              <a:ext uri="{FF2B5EF4-FFF2-40B4-BE49-F238E27FC236}">
                <a16:creationId xmlns:a16="http://schemas.microsoft.com/office/drawing/2014/main" id="{2B9396B1-53BF-495E-82D3-4A99E9D1F9BA}"/>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4" name="Google Shape;74;h7ec25ba77cfe6c11_0_407">
            <a:extLst xmlns:a="http://schemas.openxmlformats.org/drawingml/2006/main">
              <a:ext uri="{FF2B5EF4-FFF2-40B4-BE49-F238E27FC236}">
                <a16:creationId xmlns:a16="http://schemas.microsoft.com/office/drawing/2014/main" id="{0EAB1377-84C2-4663-8161-DB9442D7C008}"/>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Content with Caption" type="objTx">
  <p:cSld name="OBJECT_WITH_CAPTION_TEXT">
    <p:spTree>
      <p:nvGrpSpPr>
        <p:cNvPr id="1" name=""/>
        <p:cNvGrpSpPr/>
        <p:nvPr/>
      </p:nvGrpSpPr>
      <p:grpSpPr>
        <a:xfrm xmlns:a="http://schemas.openxmlformats.org/drawingml/2006/main"/>
      </p:grpSpPr>
      <p:sp>
        <p:nvSpPr>
          <p:cNvPr id="76" name="Google Shape;76;h7ec25ba77cfe6c11_0_412">
            <a:extLst xmlns:a="http://schemas.openxmlformats.org/drawingml/2006/main">
              <a:ext uri="{FF2B5EF4-FFF2-40B4-BE49-F238E27FC236}">
                <a16:creationId xmlns:a16="http://schemas.microsoft.com/office/drawing/2014/main" id="{6F0A50FC-2EC7-4205-ADF6-57B37AF0B337}"/>
              </a:ext>
            </a:extLst>
          </p:cNvPr>
          <p:cNvSpPr>
            <a:spLocks xmlns:a="http://schemas.openxmlformats.org/drawingml/2006/main" noGrp="1"/>
          </p:cNvSpPr>
          <p:nvPr>
            <p:ph type="title" idx="0"/>
          </p:nvPr>
        </p:nvSpPr>
        <p:spPr>
          <a:xfrm xmlns:a="http://schemas.openxmlformats.org/drawingml/2006/main">
            <a:off x="457200" y="273050"/>
            <a:ext cx="3008400" cy="1162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77" name="Google Shape;77;h7ec25ba77cfe6c11_0_412">
            <a:extLst xmlns:a="http://schemas.openxmlformats.org/drawingml/2006/main">
              <a:ext uri="{FF2B5EF4-FFF2-40B4-BE49-F238E27FC236}">
                <a16:creationId xmlns:a16="http://schemas.microsoft.com/office/drawing/2014/main" id="{3E58417E-780D-48CD-8437-940214D178E2}"/>
              </a:ext>
            </a:extLst>
          </p:cNvPr>
          <p:cNvSpPr>
            <a:spLocks xmlns:a="http://schemas.openxmlformats.org/drawingml/2006/main" noGrp="1"/>
          </p:cNvSpPr>
          <p:nvPr>
            <p:ph type="body" idx="1"/>
          </p:nvPr>
        </p:nvSpPr>
        <p:spPr>
          <a:xfrm xmlns:a="http://schemas.openxmlformats.org/drawingml/2006/main">
            <a:off x="3575050" y="273050"/>
            <a:ext cx="5111700" cy="585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431800" algn="l">
              <a:lnSpc>
                <a:spcPct val="100000"/>
              </a:lnSpc>
              <a:spcBef>
                <a:spcPts val="640"/>
              </a:spcBef>
              <a:spcAft>
                <a:spcPts val="0"/>
              </a:spcAft>
              <a:buClr>
                <a:schemeClr val="dk1"/>
              </a:buClr>
              <a:buSzPts val="3200"/>
              <a:buChar char="•"/>
              <a:defRPr sz="3200"/>
            </a:lvl1pPr>
            <a:lvl2pPr marL="914400" indent="-406400" algn="l">
              <a:lnSpc>
                <a:spcPct val="100000"/>
              </a:lnSpc>
              <a:spcBef>
                <a:spcPts val="560"/>
              </a:spcBef>
              <a:spcAft>
                <a:spcPts val="0"/>
              </a:spcAft>
              <a:buClr>
                <a:schemeClr val="dk1"/>
              </a:buClr>
              <a:buSzPts val="2800"/>
              <a:buChar char="–"/>
              <a:defRPr sz="2800"/>
            </a:lvl2pPr>
            <a:lvl3pPr marL="1371600" indent="-381000" algn="l">
              <a:lnSpc>
                <a:spcPct val="100000"/>
              </a:lnSpc>
              <a:spcBef>
                <a:spcPts val="480"/>
              </a:spcBef>
              <a:spcAft>
                <a:spcPts val="0"/>
              </a:spcAft>
              <a:buClr>
                <a:schemeClr val="dk1"/>
              </a:buClr>
              <a:buSzPts val="2400"/>
              <a:buChar char="•"/>
              <a:defRPr sz="2400"/>
            </a:lvl3pPr>
            <a:lvl4pPr marL="1828800" indent="-355600" algn="l">
              <a:lnSpc>
                <a:spcPct val="100000"/>
              </a:lnSpc>
              <a:spcBef>
                <a:spcPts val="400"/>
              </a:spcBef>
              <a:spcAft>
                <a:spcPts val="0"/>
              </a:spcAft>
              <a:buClr>
                <a:schemeClr val="dk1"/>
              </a:buClr>
              <a:buSzPts val="2000"/>
              <a:buChar char="–"/>
              <a:defRPr sz="2000"/>
            </a:lvl4pPr>
            <a:lvl5pPr marL="2286000" indent="-355600" algn="l">
              <a:lnSpc>
                <a:spcPct val="100000"/>
              </a:lnSpc>
              <a:spcBef>
                <a:spcPts val="400"/>
              </a:spcBef>
              <a:spcAft>
                <a:spcPts val="0"/>
              </a:spcAft>
              <a:buClr>
                <a:schemeClr val="dk1"/>
              </a:buClr>
              <a:buSzPts val="2000"/>
              <a:buChar char="»"/>
              <a:defRPr sz="2000"/>
            </a:lvl5pPr>
            <a:lvl6pPr marL="2743200" indent="-355600" algn="l">
              <a:lnSpc>
                <a:spcPct val="100000"/>
              </a:lnSpc>
              <a:spcBef>
                <a:spcPts val="400"/>
              </a:spcBef>
              <a:spcAft>
                <a:spcPts val="0"/>
              </a:spcAft>
              <a:buClr>
                <a:schemeClr val="dk1"/>
              </a:buClr>
              <a:buSzPts val="2000"/>
              <a:buChar char="•"/>
              <a:defRPr sz="2000"/>
            </a:lvl6pPr>
            <a:lvl7pPr marL="3200400" indent="-355600" algn="l">
              <a:lnSpc>
                <a:spcPct val="100000"/>
              </a:lnSpc>
              <a:spcBef>
                <a:spcPts val="400"/>
              </a:spcBef>
              <a:spcAft>
                <a:spcPts val="0"/>
              </a:spcAft>
              <a:buClr>
                <a:schemeClr val="dk1"/>
              </a:buClr>
              <a:buSzPts val="2000"/>
              <a:buChar char="•"/>
              <a:defRPr sz="2000"/>
            </a:lvl7pPr>
            <a:lvl8pPr marL="3657600" indent="-355600" algn="l">
              <a:lnSpc>
                <a:spcPct val="100000"/>
              </a:lnSpc>
              <a:spcBef>
                <a:spcPts val="400"/>
              </a:spcBef>
              <a:spcAft>
                <a:spcPts val="0"/>
              </a:spcAft>
              <a:buClr>
                <a:schemeClr val="dk1"/>
              </a:buClr>
              <a:buSzPts val="2000"/>
              <a:buChar char="•"/>
              <a:defRPr sz="2000"/>
            </a:lvl8pPr>
            <a:lvl9pPr marL="4114800" indent="-355600" algn="l">
              <a:lnSpc>
                <a:spcPct val="100000"/>
              </a:lnSpc>
              <a:spcBef>
                <a:spcPts val="400"/>
              </a:spcBef>
              <a:spcAft>
                <a:spcPts val="0"/>
              </a:spcAft>
              <a:buClr>
                <a:schemeClr val="dk1"/>
              </a:buClr>
              <a:buSzPts val="2000"/>
              <a:buChar char="•"/>
              <a:defRPr sz="2000"/>
            </a:lvl9pPr>
          </a:lstStyle>
          <a:p xmlns:a="http://schemas.openxmlformats.org/drawingml/2006/main"/>
        </p:txBody>
      </p:sp>
      <p:sp>
        <p:nvSpPr>
          <p:cNvPr id="78" name="Google Shape;78;h7ec25ba77cfe6c11_0_412">
            <a:extLst xmlns:a="http://schemas.openxmlformats.org/drawingml/2006/main">
              <a:ext uri="{FF2B5EF4-FFF2-40B4-BE49-F238E27FC236}">
                <a16:creationId xmlns:a16="http://schemas.microsoft.com/office/drawing/2014/main" id="{FDA11444-E1CC-4956-87A5-AA713FE2E8EB}"/>
              </a:ext>
            </a:extLst>
          </p:cNvPr>
          <p:cNvSpPr>
            <a:spLocks xmlns:a="http://schemas.openxmlformats.org/drawingml/2006/main" noGrp="1"/>
          </p:cNvSpPr>
          <p:nvPr>
            <p:ph type="body" idx="2"/>
          </p:nvPr>
        </p:nvSpPr>
        <p:spPr>
          <a:xfrm xmlns:a="http://schemas.openxmlformats.org/drawingml/2006/main">
            <a:off x="457200" y="1435100"/>
            <a:ext cx="3008400" cy="469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79" name="Google Shape;79;h7ec25ba77cfe6c11_0_412">
            <a:extLst xmlns:a="http://schemas.openxmlformats.org/drawingml/2006/main">
              <a:ext uri="{FF2B5EF4-FFF2-40B4-BE49-F238E27FC236}">
                <a16:creationId xmlns:a16="http://schemas.microsoft.com/office/drawing/2014/main" id="{B9C07C89-09A2-420B-9A32-DB24592390DA}"/>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0" name="Google Shape;80;h7ec25ba77cfe6c11_0_412">
            <a:extLst xmlns:a="http://schemas.openxmlformats.org/drawingml/2006/main">
              <a:ext uri="{FF2B5EF4-FFF2-40B4-BE49-F238E27FC236}">
                <a16:creationId xmlns:a16="http://schemas.microsoft.com/office/drawing/2014/main" id="{E0A6CF27-4B9A-465D-9A8D-88F410547344}"/>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1" name="Google Shape;81;h7ec25ba77cfe6c11_0_412">
            <a:extLst xmlns:a="http://schemas.openxmlformats.org/drawingml/2006/main">
              <a:ext uri="{FF2B5EF4-FFF2-40B4-BE49-F238E27FC236}">
                <a16:creationId xmlns:a16="http://schemas.microsoft.com/office/drawing/2014/main" id="{0D251E5B-706D-417A-9034-D562F4867A0D}"/>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5.xml><?xml version="1.0" encoding="utf-8"?>
<p:sldLayout xmlns:p="http://schemas.openxmlformats.org/presentationml/2006/main" matchingName="Picture with Caption" type="picTx">
  <p:cSld name="PICTURE_WITH_CAPTION_TEXT">
    <p:spTree>
      <p:nvGrpSpPr>
        <p:cNvPr id="1" name=""/>
        <p:cNvGrpSpPr/>
        <p:nvPr/>
      </p:nvGrpSpPr>
      <p:grpSpPr>
        <a:xfrm xmlns:a="http://schemas.openxmlformats.org/drawingml/2006/main"/>
      </p:grpSpPr>
      <p:sp>
        <p:nvSpPr>
          <p:cNvPr id="83" name="Google Shape;83;h7ec25ba77cfe6c11_0_419">
            <a:extLst xmlns:a="http://schemas.openxmlformats.org/drawingml/2006/main">
              <a:ext uri="{FF2B5EF4-FFF2-40B4-BE49-F238E27FC236}">
                <a16:creationId xmlns:a16="http://schemas.microsoft.com/office/drawing/2014/main" id="{BF4D8E94-6433-492A-81D9-90098DC8DAFC}"/>
              </a:ext>
            </a:extLst>
          </p:cNvPr>
          <p:cNvSpPr>
            <a:spLocks xmlns:a="http://schemas.openxmlformats.org/drawingml/2006/main" noGrp="1"/>
          </p:cNvSpPr>
          <p:nvPr>
            <p:ph type="title" idx="0"/>
          </p:nvPr>
        </p:nvSpPr>
        <p:spPr>
          <a:xfrm xmlns:a="http://schemas.openxmlformats.org/drawingml/2006/main">
            <a:off x="1792288" y="4800600"/>
            <a:ext cx="5486400" cy="5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b">
            <a:normAutofit/>
          </a:bodyPr>
          <a:lstStyle xmlns:a="http://schemas.openxmlformats.org/drawingml/2006/main">
            <a:lvl1pPr algn="l">
              <a:lnSpc>
                <a:spcPct val="100000"/>
              </a:lnSpc>
              <a:spcBef>
                <a:spcPts val="0"/>
              </a:spcBef>
              <a:spcAft>
                <a:spcPts val="0"/>
              </a:spcAft>
              <a:buClr>
                <a:schemeClr val="dk1"/>
              </a:buClr>
              <a:buSzPts val="2000"/>
              <a:buFont typeface="Calibri"/>
              <a:buNone/>
              <a:defRPr sz="2000" b="1"/>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4" name="Google Shape;84;h7ec25ba77cfe6c11_0_419">
            <a:extLst xmlns:a="http://schemas.openxmlformats.org/drawingml/2006/main">
              <a:ext uri="{FF2B5EF4-FFF2-40B4-BE49-F238E27FC236}">
                <a16:creationId xmlns:a16="http://schemas.microsoft.com/office/drawing/2014/main" id="{D0D3664F-22B2-409B-AB73-A0061E0F6509}"/>
              </a:ext>
            </a:extLst>
          </p:cNvPr>
          <p:cNvSpPr>
            <a:spLocks xmlns:a="http://schemas.openxmlformats.org/drawingml/2006/main" noGrp="1"/>
          </p:cNvSpPr>
          <p:nvPr>
            <p:ph type="pic" idx="2"/>
          </p:nvPr>
        </p:nvSpPr>
        <p:spPr>
          <a:xfrm xmlns:a="http://schemas.openxmlformats.org/drawingml/2006/main">
            <a:off x="1792288" y="612775"/>
            <a:ext cx="5486400" cy="4114800"/>
          </a:xfrm>
          <a:prstGeom xmlns:a="http://schemas.openxmlformats.org/drawingml/2006/main" prst="rect">
            <a:avLst/>
          </a:prstGeom>
          <a:noFill xmlns:a="http://schemas.openxmlformats.org/drawingml/2006/main"/>
          <a:ln xmlns:a="http://schemas.openxmlformats.org/drawingml/2006/main">
            <a:noFill/>
          </a:ln>
        </p:spPr>
      </p:sp>
      <p:sp>
        <p:nvSpPr>
          <p:cNvPr id="85" name="Google Shape;85;h7ec25ba77cfe6c11_0_419">
            <a:extLst xmlns:a="http://schemas.openxmlformats.org/drawingml/2006/main">
              <a:ext uri="{FF2B5EF4-FFF2-40B4-BE49-F238E27FC236}">
                <a16:creationId xmlns:a16="http://schemas.microsoft.com/office/drawing/2014/main" id="{C6C6CF70-1C34-4E81-B0F2-B44DBF050D6B}"/>
              </a:ext>
            </a:extLst>
          </p:cNvPr>
          <p:cNvSpPr>
            <a:spLocks xmlns:a="http://schemas.openxmlformats.org/drawingml/2006/main" noGrp="1"/>
          </p:cNvSpPr>
          <p:nvPr>
            <p:ph type="body" idx="1"/>
          </p:nvPr>
        </p:nvSpPr>
        <p:spPr>
          <a:xfrm xmlns:a="http://schemas.openxmlformats.org/drawingml/2006/main">
            <a:off x="1792288" y="5367338"/>
            <a:ext cx="5486400" cy="8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228600" algn="l">
              <a:lnSpc>
                <a:spcPct val="100000"/>
              </a:lnSpc>
              <a:spcBef>
                <a:spcPts val="280"/>
              </a:spcBef>
              <a:spcAft>
                <a:spcPts val="0"/>
              </a:spcAft>
              <a:buClr>
                <a:schemeClr val="dk1"/>
              </a:buClr>
              <a:buSzPts val="1400"/>
              <a:buNone/>
              <a:defRPr sz="1400"/>
            </a:lvl1pPr>
            <a:lvl2pPr marL="914400" indent="-228600" algn="l">
              <a:lnSpc>
                <a:spcPct val="100000"/>
              </a:lnSpc>
              <a:spcBef>
                <a:spcPts val="240"/>
              </a:spcBef>
              <a:spcAft>
                <a:spcPts val="0"/>
              </a:spcAft>
              <a:buClr>
                <a:schemeClr val="dk1"/>
              </a:buClr>
              <a:buSzPts val="1200"/>
              <a:buNone/>
              <a:defRPr sz="1200"/>
            </a:lvl2pPr>
            <a:lvl3pPr marL="1371600" indent="-228600" algn="l">
              <a:lnSpc>
                <a:spcPct val="100000"/>
              </a:lnSpc>
              <a:spcBef>
                <a:spcPts val="200"/>
              </a:spcBef>
              <a:spcAft>
                <a:spcPts val="0"/>
              </a:spcAft>
              <a:buClr>
                <a:schemeClr val="dk1"/>
              </a:buClr>
              <a:buSzPts val="1000"/>
              <a:buNone/>
              <a:defRPr sz="1000"/>
            </a:lvl3pPr>
            <a:lvl4pPr marL="1828800" indent="-228600" algn="l">
              <a:lnSpc>
                <a:spcPct val="100000"/>
              </a:lnSpc>
              <a:spcBef>
                <a:spcPts val="180"/>
              </a:spcBef>
              <a:spcAft>
                <a:spcPts val="0"/>
              </a:spcAft>
              <a:buClr>
                <a:schemeClr val="dk1"/>
              </a:buClr>
              <a:buSzPts val="900"/>
              <a:buNone/>
              <a:defRPr sz="900"/>
            </a:lvl4pPr>
            <a:lvl5pPr marL="2286000" indent="-228600" algn="l">
              <a:lnSpc>
                <a:spcPct val="100000"/>
              </a:lnSpc>
              <a:spcBef>
                <a:spcPts val="180"/>
              </a:spcBef>
              <a:spcAft>
                <a:spcPts val="0"/>
              </a:spcAft>
              <a:buClr>
                <a:schemeClr val="dk1"/>
              </a:buClr>
              <a:buSzPts val="900"/>
              <a:buNone/>
              <a:defRPr sz="900"/>
            </a:lvl5pPr>
            <a:lvl6pPr marL="2743200" indent="-228600" algn="l">
              <a:lnSpc>
                <a:spcPct val="100000"/>
              </a:lnSpc>
              <a:spcBef>
                <a:spcPts val="180"/>
              </a:spcBef>
              <a:spcAft>
                <a:spcPts val="0"/>
              </a:spcAft>
              <a:buClr>
                <a:schemeClr val="dk1"/>
              </a:buClr>
              <a:buSzPts val="900"/>
              <a:buNone/>
              <a:defRPr sz="900"/>
            </a:lvl6pPr>
            <a:lvl7pPr marL="3200400" indent="-228600" algn="l">
              <a:lnSpc>
                <a:spcPct val="100000"/>
              </a:lnSpc>
              <a:spcBef>
                <a:spcPts val="180"/>
              </a:spcBef>
              <a:spcAft>
                <a:spcPts val="0"/>
              </a:spcAft>
              <a:buClr>
                <a:schemeClr val="dk1"/>
              </a:buClr>
              <a:buSzPts val="900"/>
              <a:buNone/>
              <a:defRPr sz="900"/>
            </a:lvl7pPr>
            <a:lvl8pPr marL="3657600" indent="-228600" algn="l">
              <a:lnSpc>
                <a:spcPct val="100000"/>
              </a:lnSpc>
              <a:spcBef>
                <a:spcPts val="180"/>
              </a:spcBef>
              <a:spcAft>
                <a:spcPts val="0"/>
              </a:spcAft>
              <a:buClr>
                <a:schemeClr val="dk1"/>
              </a:buClr>
              <a:buSzPts val="900"/>
              <a:buNone/>
              <a:defRPr sz="900"/>
            </a:lvl8pPr>
            <a:lvl9pPr marL="4114800" indent="-228600" algn="l">
              <a:lnSpc>
                <a:spcPct val="100000"/>
              </a:lnSpc>
              <a:spcBef>
                <a:spcPts val="180"/>
              </a:spcBef>
              <a:spcAft>
                <a:spcPts val="0"/>
              </a:spcAft>
              <a:buClr>
                <a:schemeClr val="dk1"/>
              </a:buClr>
              <a:buSzPts val="900"/>
              <a:buNone/>
              <a:defRPr sz="900"/>
            </a:lvl9pPr>
          </a:lstStyle>
          <a:p xmlns:a="http://schemas.openxmlformats.org/drawingml/2006/main"/>
        </p:txBody>
      </p:sp>
      <p:sp>
        <p:nvSpPr>
          <p:cNvPr id="86" name="Google Shape;86;h7ec25ba77cfe6c11_0_419">
            <a:extLst xmlns:a="http://schemas.openxmlformats.org/drawingml/2006/main">
              <a:ext uri="{FF2B5EF4-FFF2-40B4-BE49-F238E27FC236}">
                <a16:creationId xmlns:a16="http://schemas.microsoft.com/office/drawing/2014/main" id="{F13AE9EF-C96E-4B2B-B47D-6B7F7B2C8EB7}"/>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7" name="Google Shape;87;h7ec25ba77cfe6c11_0_419">
            <a:extLst xmlns:a="http://schemas.openxmlformats.org/drawingml/2006/main">
              <a:ext uri="{FF2B5EF4-FFF2-40B4-BE49-F238E27FC236}">
                <a16:creationId xmlns:a16="http://schemas.microsoft.com/office/drawing/2014/main" id="{E1DB5DFC-ADFA-4877-AA03-3214EB4357FD}"/>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88" name="Google Shape;88;h7ec25ba77cfe6c11_0_419">
            <a:extLst xmlns:a="http://schemas.openxmlformats.org/drawingml/2006/main">
              <a:ext uri="{FF2B5EF4-FFF2-40B4-BE49-F238E27FC236}">
                <a16:creationId xmlns:a16="http://schemas.microsoft.com/office/drawing/2014/main" id="{785B7AB4-CCC0-4525-9F9F-70168E18D80E}"/>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6.xml><?xml version="1.0" encoding="utf-8"?>
<p:sldLayout xmlns:p="http://schemas.openxmlformats.org/presentationml/2006/main" matchingName="Title and Vertical Text" type="vertTx">
  <p:cSld name="VERTICAL_TEXT">
    <p:spTree>
      <p:nvGrpSpPr>
        <p:cNvPr id="1" name=""/>
        <p:cNvGrpSpPr/>
        <p:nvPr/>
      </p:nvGrpSpPr>
      <p:grpSpPr>
        <a:xfrm xmlns:a="http://schemas.openxmlformats.org/drawingml/2006/main"/>
      </p:grpSpPr>
      <p:sp>
        <p:nvSpPr>
          <p:cNvPr id="90" name="Google Shape;90;h7ec25ba77cfe6c11_0_426">
            <a:extLst xmlns:a="http://schemas.openxmlformats.org/drawingml/2006/main">
              <a:ext uri="{FF2B5EF4-FFF2-40B4-BE49-F238E27FC236}">
                <a16:creationId xmlns:a16="http://schemas.microsoft.com/office/drawing/2014/main" id="{59F2E1C4-CEDB-441A-8B25-08861CE76C31}"/>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91" name="Google Shape;91;h7ec25ba77cfe6c11_0_426">
            <a:extLst xmlns:a="http://schemas.openxmlformats.org/drawingml/2006/main">
              <a:ext uri="{FF2B5EF4-FFF2-40B4-BE49-F238E27FC236}">
                <a16:creationId xmlns:a16="http://schemas.microsoft.com/office/drawing/2014/main" id="{CEC578A5-0EF1-4AF8-A358-61567CDD37ED}"/>
              </a:ext>
            </a:extLst>
          </p:cNvPr>
          <p:cNvSpPr>
            <a:spLocks xmlns:a="http://schemas.openxmlformats.org/drawingml/2006/main" noGrp="1"/>
          </p:cNvSpPr>
          <p:nvPr>
            <p:ph type="body" idx="1"/>
          </p:nvPr>
        </p:nvSpPr>
        <p:spPr>
          <a:xfrm xmlns:a="http://schemas.openxmlformats.org/drawingml/2006/main" rot="5400000">
            <a:off x="2308951" y="-251550"/>
            <a:ext cx="4526100" cy="822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92" name="Google Shape;92;h7ec25ba77cfe6c11_0_426">
            <a:extLst xmlns:a="http://schemas.openxmlformats.org/drawingml/2006/main">
              <a:ext uri="{FF2B5EF4-FFF2-40B4-BE49-F238E27FC236}">
                <a16:creationId xmlns:a16="http://schemas.microsoft.com/office/drawing/2014/main" id="{AEDE748D-C8B7-4210-BF94-8429670AD850}"/>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93" name="Google Shape;93;h7ec25ba77cfe6c11_0_426">
            <a:extLst xmlns:a="http://schemas.openxmlformats.org/drawingml/2006/main">
              <a:ext uri="{FF2B5EF4-FFF2-40B4-BE49-F238E27FC236}">
                <a16:creationId xmlns:a16="http://schemas.microsoft.com/office/drawing/2014/main" id="{EC592BCE-8303-4652-836E-6DF4651C7D09}"/>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94" name="Google Shape;94;h7ec25ba77cfe6c11_0_426">
            <a:extLst xmlns:a="http://schemas.openxmlformats.org/drawingml/2006/main">
              <a:ext uri="{FF2B5EF4-FFF2-40B4-BE49-F238E27FC236}">
                <a16:creationId xmlns:a16="http://schemas.microsoft.com/office/drawing/2014/main" id="{3BDFADFB-F58F-48BC-B4A8-80949410DC89}"/>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7.xml><?xml version="1.0" encoding="utf-8"?>
<p:sldLayout xmlns:p="http://schemas.openxmlformats.org/presentationml/2006/main" matchingName="Vertical Title and Text" type="vertTitleAndTx">
  <p:cSld name="VERTICAL_TITLE_AND_VERTICAL_TEXT">
    <p:spTree>
      <p:nvGrpSpPr>
        <p:cNvPr id="1" name=""/>
        <p:cNvGrpSpPr/>
        <p:nvPr/>
      </p:nvGrpSpPr>
      <p:grpSpPr>
        <a:xfrm xmlns:a="http://schemas.openxmlformats.org/drawingml/2006/main"/>
      </p:grpSpPr>
      <p:sp>
        <p:nvSpPr>
          <p:cNvPr id="96" name="Google Shape;96;h7ec25ba77cfe6c11_0_432">
            <a:extLst xmlns:a="http://schemas.openxmlformats.org/drawingml/2006/main">
              <a:ext uri="{FF2B5EF4-FFF2-40B4-BE49-F238E27FC236}">
                <a16:creationId xmlns:a16="http://schemas.microsoft.com/office/drawing/2014/main" id="{35310FC6-F08B-4C4E-A424-4A0FF26D2B99}"/>
              </a:ext>
            </a:extLst>
          </p:cNvPr>
          <p:cNvSpPr>
            <a:spLocks xmlns:a="http://schemas.openxmlformats.org/drawingml/2006/main" noGrp="1"/>
          </p:cNvSpPr>
          <p:nvPr>
            <p:ph type="title" idx="0"/>
          </p:nvPr>
        </p:nvSpPr>
        <p:spPr>
          <a:xfrm xmlns:a="http://schemas.openxmlformats.org/drawingml/2006/main" rot="5400000">
            <a:off x="4732351" y="2171689"/>
            <a:ext cx="5851500" cy="2057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algn="ctr">
              <a:lnSpc>
                <a:spcPct val="100000"/>
              </a:lnSpc>
              <a:spcBef>
                <a:spcPts val="0"/>
              </a:spcBef>
              <a:spcAft>
                <a:spcPts val="0"/>
              </a:spcAft>
              <a:buClr>
                <a:schemeClr val="dk1"/>
              </a:buClr>
              <a:buSzPts val="18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97" name="Google Shape;97;h7ec25ba77cfe6c11_0_432">
            <a:extLst xmlns:a="http://schemas.openxmlformats.org/drawingml/2006/main">
              <a:ext uri="{FF2B5EF4-FFF2-40B4-BE49-F238E27FC236}">
                <a16:creationId xmlns:a16="http://schemas.microsoft.com/office/drawing/2014/main" id="{33D54E67-FE62-470A-AB07-1F37A0B3024A}"/>
              </a:ext>
            </a:extLst>
          </p:cNvPr>
          <p:cNvSpPr>
            <a:spLocks xmlns:a="http://schemas.openxmlformats.org/drawingml/2006/main" noGrp="1"/>
          </p:cNvSpPr>
          <p:nvPr>
            <p:ph type="body" idx="1"/>
          </p:nvPr>
        </p:nvSpPr>
        <p:spPr>
          <a:xfrm xmlns:a="http://schemas.openxmlformats.org/drawingml/2006/main" rot="5400000">
            <a:off x="541350" y="190487"/>
            <a:ext cx="5851500" cy="6019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indent="-342900" algn="l">
              <a:lnSpc>
                <a:spcPct val="100000"/>
              </a:lnSpc>
              <a:spcBef>
                <a:spcPts val="360"/>
              </a:spcBef>
              <a:spcAft>
                <a:spcPts val="0"/>
              </a:spcAft>
              <a:buClr>
                <a:schemeClr val="dk1"/>
              </a:buClr>
              <a:buSzPts val="1800"/>
              <a:buChar char="•"/>
              <a:defRPr/>
            </a:lvl1pPr>
            <a:lvl2pPr marL="914400" indent="-342900" algn="l">
              <a:lnSpc>
                <a:spcPct val="100000"/>
              </a:lnSpc>
              <a:spcBef>
                <a:spcPts val="360"/>
              </a:spcBef>
              <a:spcAft>
                <a:spcPts val="0"/>
              </a:spcAft>
              <a:buClr>
                <a:schemeClr val="dk1"/>
              </a:buClr>
              <a:buSzPts val="1800"/>
              <a:buChar char="–"/>
              <a:defRPr/>
            </a:lvl2pPr>
            <a:lvl3pPr marL="1371600" indent="-342900" algn="l">
              <a:lnSpc>
                <a:spcPct val="100000"/>
              </a:lnSpc>
              <a:spcBef>
                <a:spcPts val="360"/>
              </a:spcBef>
              <a:spcAft>
                <a:spcPts val="0"/>
              </a:spcAft>
              <a:buClr>
                <a:schemeClr val="dk1"/>
              </a:buClr>
              <a:buSzPts val="1800"/>
              <a:buChar char="•"/>
              <a:defRPr/>
            </a:lvl3pPr>
            <a:lvl4pPr marL="1828800" indent="-342900" algn="l">
              <a:lnSpc>
                <a:spcPct val="100000"/>
              </a:lnSpc>
              <a:spcBef>
                <a:spcPts val="360"/>
              </a:spcBef>
              <a:spcAft>
                <a:spcPts val="0"/>
              </a:spcAft>
              <a:buClr>
                <a:schemeClr val="dk1"/>
              </a:buClr>
              <a:buSzPts val="1800"/>
              <a:buChar char="–"/>
              <a:defRPr/>
            </a:lvl4pPr>
            <a:lvl5pPr marL="2286000" indent="-342900" algn="l">
              <a:lnSpc>
                <a:spcPct val="100000"/>
              </a:lnSpc>
              <a:spcBef>
                <a:spcPts val="360"/>
              </a:spcBef>
              <a:spcAft>
                <a:spcPts val="0"/>
              </a:spcAft>
              <a:buClr>
                <a:schemeClr val="dk1"/>
              </a:buClr>
              <a:buSzPts val="1800"/>
              <a:buChar char="»"/>
              <a:defRPr/>
            </a:lvl5pPr>
            <a:lvl6pPr marL="2743200" indent="-342900" algn="l">
              <a:lnSpc>
                <a:spcPct val="100000"/>
              </a:lnSpc>
              <a:spcBef>
                <a:spcPts val="360"/>
              </a:spcBef>
              <a:spcAft>
                <a:spcPts val="0"/>
              </a:spcAft>
              <a:buClr>
                <a:schemeClr val="dk1"/>
              </a:buClr>
              <a:buSzPts val="1800"/>
              <a:buChar char="•"/>
              <a:defRPr/>
            </a:lvl6pPr>
            <a:lvl7pPr marL="3200400" indent="-342900" algn="l">
              <a:lnSpc>
                <a:spcPct val="100000"/>
              </a:lnSpc>
              <a:spcBef>
                <a:spcPts val="360"/>
              </a:spcBef>
              <a:spcAft>
                <a:spcPts val="0"/>
              </a:spcAft>
              <a:buClr>
                <a:schemeClr val="dk1"/>
              </a:buClr>
              <a:buSzPts val="1800"/>
              <a:buChar char="•"/>
              <a:defRPr/>
            </a:lvl7pPr>
            <a:lvl8pPr marL="3657600" indent="-342900" algn="l">
              <a:lnSpc>
                <a:spcPct val="100000"/>
              </a:lnSpc>
              <a:spcBef>
                <a:spcPts val="360"/>
              </a:spcBef>
              <a:spcAft>
                <a:spcPts val="0"/>
              </a:spcAft>
              <a:buClr>
                <a:schemeClr val="dk1"/>
              </a:buClr>
              <a:buSzPts val="1800"/>
              <a:buChar char="•"/>
              <a:defRPr/>
            </a:lvl8pPr>
            <a:lvl9pPr marL="4114800" indent="-342900" algn="l">
              <a:lnSpc>
                <a:spcPct val="100000"/>
              </a:lnSpc>
              <a:spcBef>
                <a:spcPts val="360"/>
              </a:spcBef>
              <a:spcAft>
                <a:spcPts val="0"/>
              </a:spcAft>
              <a:buClr>
                <a:schemeClr val="dk1"/>
              </a:buClr>
              <a:buSzPts val="1800"/>
              <a:buChar char="•"/>
              <a:defRPr/>
            </a:lvl9pPr>
          </a:lstStyle>
          <a:p xmlns:a="http://schemas.openxmlformats.org/drawingml/2006/main"/>
        </p:txBody>
      </p:sp>
      <p:sp>
        <p:nvSpPr>
          <p:cNvPr id="98" name="Google Shape;98;h7ec25ba77cfe6c11_0_432">
            <a:extLst xmlns:a="http://schemas.openxmlformats.org/drawingml/2006/main">
              <a:ext uri="{FF2B5EF4-FFF2-40B4-BE49-F238E27FC236}">
                <a16:creationId xmlns:a16="http://schemas.microsoft.com/office/drawing/2014/main" id="{F26FC2F1-8BD3-465C-958F-439E8DA7EA70}"/>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l">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99" name="Google Shape;99;h7ec25ba77cfe6c11_0_432">
            <a:extLst xmlns:a="http://schemas.openxmlformats.org/drawingml/2006/main">
              <a:ext uri="{FF2B5EF4-FFF2-40B4-BE49-F238E27FC236}">
                <a16:creationId xmlns:a16="http://schemas.microsoft.com/office/drawing/2014/main" id="{33EBCAE8-C3FB-4747-BBB3-B5F5294EDB9C}"/>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algn="ctr">
              <a:lnSpc>
                <a:spcPct val="100000"/>
              </a:lnSpc>
              <a:spcBef>
                <a:spcPts val="0"/>
              </a:spcBef>
              <a:spcAft>
                <a:spcPts val="0"/>
              </a:spcAft>
              <a:buSzPts val="1400"/>
              <a:buNone/>
              <a:defRPr/>
            </a:lvl1pPr>
            <a:lvl2pPr algn="l">
              <a:lnSpc>
                <a:spcPct val="100000"/>
              </a:lnSpc>
              <a:spcBef>
                <a:spcPts val="0"/>
              </a:spcBef>
              <a:spcAft>
                <a:spcPts val="0"/>
              </a:spcAft>
              <a:buSzPts val="1400"/>
              <a:buNone/>
              <a:defRPr/>
            </a:lvl2pPr>
            <a:lvl3pPr algn="l">
              <a:lnSpc>
                <a:spcPct val="100000"/>
              </a:lnSpc>
              <a:spcBef>
                <a:spcPts val="0"/>
              </a:spcBef>
              <a:spcAft>
                <a:spcPts val="0"/>
              </a:spcAft>
              <a:buSzPts val="1400"/>
              <a:buNone/>
              <a:defRPr/>
            </a:lvl3pPr>
            <a:lvl4pPr algn="l">
              <a:lnSpc>
                <a:spcPct val="100000"/>
              </a:lnSpc>
              <a:spcBef>
                <a:spcPts val="0"/>
              </a:spcBef>
              <a:spcAft>
                <a:spcPts val="0"/>
              </a:spcAft>
              <a:buSzPts val="1400"/>
              <a:buNone/>
              <a:defRPr/>
            </a:lvl4pPr>
            <a:lvl5pPr algn="l">
              <a:lnSpc>
                <a:spcPct val="100000"/>
              </a:lnSpc>
              <a:spcBef>
                <a:spcPts val="0"/>
              </a:spcBef>
              <a:spcAft>
                <a:spcPts val="0"/>
              </a:spcAft>
              <a:buSzPts val="1400"/>
              <a:buNone/>
              <a:defRPr/>
            </a:lvl5pPr>
            <a:lvl6pPr algn="l">
              <a:lnSpc>
                <a:spcPct val="100000"/>
              </a:lnSpc>
              <a:spcBef>
                <a:spcPts val="0"/>
              </a:spcBef>
              <a:spcAft>
                <a:spcPts val="0"/>
              </a:spcAft>
              <a:buSzPts val="1400"/>
              <a:buNone/>
              <a:defRPr/>
            </a:lvl6pPr>
            <a:lvl7pPr algn="l">
              <a:lnSpc>
                <a:spcPct val="100000"/>
              </a:lnSpc>
              <a:spcBef>
                <a:spcPts val="0"/>
              </a:spcBef>
              <a:spcAft>
                <a:spcPts val="0"/>
              </a:spcAft>
              <a:buSzPts val="1400"/>
              <a:buNone/>
              <a:defRPr/>
            </a:lvl7pPr>
            <a:lvl8pPr algn="l">
              <a:lnSpc>
                <a:spcPct val="100000"/>
              </a:lnSpc>
              <a:spcBef>
                <a:spcPts val="0"/>
              </a:spcBef>
              <a:spcAft>
                <a:spcPts val="0"/>
              </a:spcAft>
              <a:buSzPts val="1400"/>
              <a:buNone/>
              <a:defRPr/>
            </a:lvl8pPr>
            <a:lvl9pPr algn="l">
              <a:lnSpc>
                <a:spcPct val="100000"/>
              </a:lnSpc>
              <a:spcBef>
                <a:spcPts val="0"/>
              </a:spcBef>
              <a:spcAft>
                <a:spcPts val="0"/>
              </a:spcAft>
              <a:buSzPts val="1400"/>
              <a:buNone/>
              <a:defRPr/>
            </a:lvl9pPr>
          </a:lstStyle>
          <a:p xmlns:a="http://schemas.openxmlformats.org/drawingml/2006/main"/>
        </p:txBody>
      </p:sp>
      <p:sp>
        <p:nvSpPr>
          <p:cNvPr id="100" name="Google Shape;100;h7ec25ba77cfe6c11_0_432">
            <a:extLst xmlns:a="http://schemas.openxmlformats.org/drawingml/2006/main">
              <a:ext uri="{FF2B5EF4-FFF2-40B4-BE49-F238E27FC236}">
                <a16:creationId xmlns:a16="http://schemas.microsoft.com/office/drawing/2014/main" id="{BCD12774-4759-4107-9ECC-33FBF9913F33}"/>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022d16dc8e4810" /><Relationship Type="http://schemas.openxmlformats.org/officeDocument/2006/relationships/slideLayout" Target="/ppt/slideLayouts/slideLayout1.xml" Id="R502da2b2f0ac4613" /><Relationship Type="http://schemas.openxmlformats.org/officeDocument/2006/relationships/slideLayout" Target="/ppt/slideLayouts/slideLayout2.xml" Id="R91294b7ca97a4f8c" /><Relationship Type="http://schemas.openxmlformats.org/officeDocument/2006/relationships/slideLayout" Target="/ppt/slideLayouts/slideLayout3.xml" Id="Re359b708178f40fb" /><Relationship Type="http://schemas.openxmlformats.org/officeDocument/2006/relationships/slideLayout" Target="/ppt/slideLayouts/slideLayout4.xml" Id="Ra792d9bf384541ad" /><Relationship Type="http://schemas.openxmlformats.org/officeDocument/2006/relationships/slideLayout" Target="/ppt/slideLayouts/slideLayout5.xml" Id="R9edcb22be6fb4fa3" /><Relationship Type="http://schemas.openxmlformats.org/officeDocument/2006/relationships/slideLayout" Target="/ppt/slideLayouts/slideLayout6.xml" Id="Rfa9678d5fb2d4b9b"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63bf4a9993743ea" /><Relationship Type="http://schemas.openxmlformats.org/officeDocument/2006/relationships/slideLayout" Target="/ppt/slideLayouts/slideLayout7.xml" Id="R7d6a9aac8cbc447b" /><Relationship Type="http://schemas.openxmlformats.org/officeDocument/2006/relationships/slideLayout" Target="/ppt/slideLayouts/slideLayout8.xml" Id="R69587c5f3aa84c4b" /><Relationship Type="http://schemas.openxmlformats.org/officeDocument/2006/relationships/slideLayout" Target="/ppt/slideLayouts/slideLayout9.xml" Id="R4e3c25ce35a74e12" /><Relationship Type="http://schemas.openxmlformats.org/officeDocument/2006/relationships/slideLayout" Target="/ppt/slideLayouts/slideLayout10.xml" Id="Rf76ba61e51dc453b" /><Relationship Type="http://schemas.openxmlformats.org/officeDocument/2006/relationships/slideLayout" Target="/ppt/slideLayouts/slideLayout11.xml" Id="Re7bee2a3acd54c34" /><Relationship Type="http://schemas.openxmlformats.org/officeDocument/2006/relationships/slideLayout" Target="/ppt/slideLayouts/slideLayout12.xml" Id="R9920241d438a442d" /><Relationship Type="http://schemas.openxmlformats.org/officeDocument/2006/relationships/slideLayout" Target="/ppt/slideLayouts/slideLayout13.xml" Id="Rc0b72a7c3a19492a" /><Relationship Type="http://schemas.openxmlformats.org/officeDocument/2006/relationships/slideLayout" Target="/ppt/slideLayouts/slideLayout14.xml" Id="R7a708674d3cf4133" /><Relationship Type="http://schemas.openxmlformats.org/officeDocument/2006/relationships/slideLayout" Target="/ppt/slideLayouts/slideLayout15.xml" Id="Rf5c78b1a43034488" /><Relationship Type="http://schemas.openxmlformats.org/officeDocument/2006/relationships/slideLayout" Target="/ppt/slideLayouts/slideLayout16.xml" Id="Rca630231efb44137" /><Relationship Type="http://schemas.openxmlformats.org/officeDocument/2006/relationships/slideLayout" Target="/ppt/slideLayouts/slideLayout17.xml" Id="Ra8c0499502ed49d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502da2b2f0ac4613"/>
    <p:sldLayoutId xmlns:r="http://schemas.openxmlformats.org/officeDocument/2006/relationships" id="2147483650" r:id="R91294b7ca97a4f8c"/>
    <p:sldLayoutId xmlns:r="http://schemas.openxmlformats.org/officeDocument/2006/relationships" id="2147483651" r:id="Re359b708178f40fb"/>
    <p:sldLayoutId xmlns:r="http://schemas.openxmlformats.org/officeDocument/2006/relationships" id="2147483652" r:id="Ra792d9bf384541ad"/>
    <p:sldLayoutId xmlns:r="http://schemas.openxmlformats.org/officeDocument/2006/relationships" id="2147483653" r:id="R9edcb22be6fb4fa3"/>
    <p:sldLayoutId xmlns:r="http://schemas.openxmlformats.org/officeDocument/2006/relationships" id="2147483654" r:id="Rfa9678d5fb2d4b9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27" name="Google Shape;27;h7ec25ba77cfe6c11_0_363">
            <a:extLst xmlns:a="http://schemas.openxmlformats.org/drawingml/2006/main">
              <a:ext uri="{FF2B5EF4-FFF2-40B4-BE49-F238E27FC236}">
                <a16:creationId xmlns:a16="http://schemas.microsoft.com/office/drawing/2014/main" id="{16FCF166-1AAF-4FDB-ABE0-FADB08C36894}"/>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rmAutofit/>
          </a:bodyPr>
          <a:lstStyle xmlns:a="http://schemas.openxmlformats.org/drawingml/2006/main">
            <a:lvl1pPr marR="0" algn="ctr">
              <a:lnSpc>
                <a:spcPct val="100000"/>
              </a:lnSpc>
              <a:spcBef>
                <a:spcPts val="0"/>
              </a:spcBef>
              <a:spcAft>
                <a:spcPts val="0"/>
              </a:spcAft>
              <a:buClr>
                <a:schemeClr val="dk1"/>
              </a:buClr>
              <a:buSzPts val="4400"/>
              <a:buFont typeface="Calibri"/>
              <a:buNone/>
              <a:defRPr sz="4400" b="0" i="0" u="none" strike="noStrike" cap="none" spc="0">
                <a:solidFill>
                  <a:schemeClr val="dk1"/>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800" b="0" i="0" u="none" strike="noStrike" cap="none" spc="0">
                <a:solidFill>
                  <a:srgbClr val="000000"/>
                </a:solidFill>
                <a:latin typeface="Arial"/>
                <a:ea typeface="Arial"/>
                <a:cs typeface="Arial"/>
              </a:defRPr>
            </a:lvl9pPr>
          </a:lstStyle>
          <a:p xmlns:a="http://schemas.openxmlformats.org/drawingml/2006/main"/>
        </p:txBody>
      </p:sp>
      <p:sp>
        <p:nvSpPr>
          <p:cNvPr id="28" name="Google Shape;28;h7ec25ba77cfe6c11_0_363">
            <a:extLst xmlns:a="http://schemas.openxmlformats.org/drawingml/2006/main">
              <a:ext uri="{FF2B5EF4-FFF2-40B4-BE49-F238E27FC236}">
                <a16:creationId xmlns:a16="http://schemas.microsoft.com/office/drawing/2014/main" id="{C1402CA5-87C6-4D54-BC64-86427FEDEA4D}"/>
              </a:ext>
            </a:extLst>
          </p:cNvPr>
          <p:cNvSpPr>
            <a:spLocks xmlns:a="http://schemas.openxmlformats.org/drawingml/2006/main" noGrp="1"/>
          </p:cNvSpPr>
          <p:nvPr>
            <p:ph type="body" idx="1"/>
          </p:nvPr>
        </p:nvSpPr>
        <p:spPr>
          <a:xfrm xmlns:a="http://schemas.openxmlformats.org/drawingml/2006/main">
            <a:off x="457200" y="1600200"/>
            <a:ext cx="8229600" cy="4526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rmAutofit/>
          </a:bodyPr>
          <a:lstStyle xmlns:a="http://schemas.openxmlformats.org/drawingml/2006/main">
            <a:lvl1pPr marL="457200" marR="0" indent="-431800" algn="l">
              <a:lnSpc>
                <a:spcPct val="100000"/>
              </a:lnSpc>
              <a:spcBef>
                <a:spcPts val="640"/>
              </a:spcBef>
              <a:spcAft>
                <a:spcPts val="0"/>
              </a:spcAft>
              <a:buClr>
                <a:schemeClr val="dk1"/>
              </a:buClr>
              <a:buSzPts val="3200"/>
              <a:buFont typeface="Arial"/>
              <a:buChar char="•"/>
              <a:defRPr sz="3200" b="0" i="0" u="none" strike="noStrike" cap="none" spc="0">
                <a:solidFill>
                  <a:schemeClr val="dk1"/>
                </a:solidFill>
                <a:latin typeface="Calibri"/>
                <a:ea typeface="Calibri"/>
                <a:cs typeface="Calibri"/>
              </a:defRPr>
            </a:lvl1pPr>
            <a:lvl2pPr marL="914400" marR="0" indent="-406400" algn="l">
              <a:lnSpc>
                <a:spcPct val="100000"/>
              </a:lnSpc>
              <a:spcBef>
                <a:spcPts val="560"/>
              </a:spcBef>
              <a:spcAft>
                <a:spcPts val="0"/>
              </a:spcAft>
              <a:buClr>
                <a:schemeClr val="dk1"/>
              </a:buClr>
              <a:buSzPts val="2800"/>
              <a:buFont typeface="Arial"/>
              <a:buChar char="–"/>
              <a:defRPr sz="2800" b="0" i="0" u="none" strike="noStrike" cap="none" spc="0">
                <a:solidFill>
                  <a:schemeClr val="dk1"/>
                </a:solidFill>
                <a:latin typeface="Calibri"/>
                <a:ea typeface="Calibri"/>
                <a:cs typeface="Calibri"/>
              </a:defRPr>
            </a:lvl2pPr>
            <a:lvl3pPr marL="1371600" marR="0" indent="-381000" algn="l">
              <a:lnSpc>
                <a:spcPct val="100000"/>
              </a:lnSpc>
              <a:spcBef>
                <a:spcPts val="480"/>
              </a:spcBef>
              <a:spcAft>
                <a:spcPts val="0"/>
              </a:spcAft>
              <a:buClr>
                <a:schemeClr val="dk1"/>
              </a:buClr>
              <a:buSzPts val="2400"/>
              <a:buFont typeface="Arial"/>
              <a:buChar char="•"/>
              <a:defRPr sz="2400" b="0" i="0" u="none" strike="noStrike" cap="none" spc="0">
                <a:solidFill>
                  <a:schemeClr val="dk1"/>
                </a:solidFill>
                <a:latin typeface="Calibri"/>
                <a:ea typeface="Calibri"/>
                <a:cs typeface="Calibri"/>
              </a:defRPr>
            </a:lvl3pPr>
            <a:lvl4pPr marL="18288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4pPr>
            <a:lvl5pPr marL="22860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5pPr>
            <a:lvl6pPr marL="27432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6pPr>
            <a:lvl7pPr marL="32004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7pPr>
            <a:lvl8pPr marL="36576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8pPr>
            <a:lvl9pPr marL="4114800" marR="0" indent="-355600" algn="l">
              <a:lnSpc>
                <a:spcPct val="100000"/>
              </a:lnSpc>
              <a:spcBef>
                <a:spcPts val="400"/>
              </a:spcBef>
              <a:spcAft>
                <a:spcPts val="0"/>
              </a:spcAft>
              <a:buClr>
                <a:schemeClr val="dk1"/>
              </a:buClr>
              <a:buSzPts val="2000"/>
              <a:buFont typeface="Arial"/>
              <a:buChar char="•"/>
              <a:defRPr sz="2000" b="0" i="0" u="none" strike="noStrike" cap="none" spc="0">
                <a:solidFill>
                  <a:schemeClr val="dk1"/>
                </a:solidFill>
                <a:latin typeface="Calibri"/>
                <a:ea typeface="Calibri"/>
                <a:cs typeface="Calibri"/>
              </a:defRPr>
            </a:lvl9pPr>
          </a:lstStyle>
          <a:p xmlns:a="http://schemas.openxmlformats.org/drawingml/2006/main"/>
        </p:txBody>
      </p:sp>
      <p:sp>
        <p:nvSpPr>
          <p:cNvPr id="29" name="Google Shape;29;h7ec25ba77cfe6c11_0_363">
            <a:extLst xmlns:a="http://schemas.openxmlformats.org/drawingml/2006/main">
              <a:ext uri="{FF2B5EF4-FFF2-40B4-BE49-F238E27FC236}">
                <a16:creationId xmlns:a16="http://schemas.microsoft.com/office/drawing/2014/main" id="{BD0C55B4-8D75-4E6C-8AD9-FE2B89037E60}"/>
              </a:ext>
            </a:extLst>
          </p:cNvPr>
          <p:cNvSpPr>
            <a:spLocks xmlns:a="http://schemas.openxmlformats.org/drawingml/2006/main" noGrp="1"/>
          </p:cNvSpPr>
          <p:nvPr>
            <p:ph type="dt" idx="10"/>
          </p:nvPr>
        </p:nvSpPr>
        <p:spPr>
          <a:xfrm xmlns:a="http://schemas.openxmlformats.org/drawingml/2006/main">
            <a:off x="457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200" b="0" i="0" u="none" strike="noStrike" cap="none" spc="0">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9pPr>
          </a:lstStyle>
          <a:p xmlns:a="http://schemas.openxmlformats.org/drawingml/2006/main"/>
        </p:txBody>
      </p:sp>
      <p:sp>
        <p:nvSpPr>
          <p:cNvPr id="30" name="Google Shape;30;h7ec25ba77cfe6c11_0_363">
            <a:extLst xmlns:a="http://schemas.openxmlformats.org/drawingml/2006/main">
              <a:ext uri="{FF2B5EF4-FFF2-40B4-BE49-F238E27FC236}">
                <a16:creationId xmlns:a16="http://schemas.microsoft.com/office/drawing/2014/main" id="{AEA12BC9-4769-4976-8128-2C57646693E1}"/>
              </a:ext>
            </a:extLst>
          </p:cNvPr>
          <p:cNvSpPr>
            <a:spLocks xmlns:a="http://schemas.openxmlformats.org/drawingml/2006/main" noGrp="1"/>
          </p:cNvSpPr>
          <p:nvPr>
            <p:ph type="ftr" idx="11"/>
          </p:nvPr>
        </p:nvSpPr>
        <p:spPr>
          <a:xfrm xmlns:a="http://schemas.openxmlformats.org/drawingml/2006/main">
            <a:off x="3124200" y="6356350"/>
            <a:ext cx="2895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R="0" algn="ctr">
              <a:lnSpc>
                <a:spcPct val="100000"/>
              </a:lnSpc>
              <a:spcBef>
                <a:spcPts val="0"/>
              </a:spcBef>
              <a:spcAft>
                <a:spcPts val="0"/>
              </a:spcAft>
              <a:buClr>
                <a:srgbClr val="000000"/>
              </a:buClr>
              <a:buSzPts val="1400"/>
              <a:buFont typeface="Arial"/>
              <a:buNone/>
              <a:defRPr sz="1200" b="0" i="0" u="none" strike="noStrike" cap="none" spc="0">
                <a:solidFill>
                  <a:srgbClr val="888888"/>
                </a:solidFill>
                <a:latin typeface="Calibri"/>
                <a:ea typeface="Calibri"/>
                <a:cs typeface="Calibri"/>
              </a:defRPr>
            </a:lvl1pPr>
            <a:lvl2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2pPr>
            <a:lvl3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3pPr>
            <a:lvl4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4pPr>
            <a:lvl5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5pPr>
            <a:lvl6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6pPr>
            <a:lvl7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7pPr>
            <a:lvl8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8pPr>
            <a:lvl9pPr marR="0" algn="l">
              <a:lnSpc>
                <a:spcPct val="100000"/>
              </a:lnSpc>
              <a:spcBef>
                <a:spcPts val="0"/>
              </a:spcBef>
              <a:spcAft>
                <a:spcPts val="0"/>
              </a:spcAft>
              <a:buClr>
                <a:srgbClr val="000000"/>
              </a:buClr>
              <a:buSzPts val="1400"/>
              <a:buFont typeface="Arial"/>
              <a:buNone/>
              <a:defRPr sz="1800" b="0" i="0" u="none" strike="noStrike" cap="none" spc="0">
                <a:solidFill>
                  <a:schemeClr val="dk1"/>
                </a:solidFill>
                <a:latin typeface="Calibri"/>
                <a:ea typeface="Calibri"/>
                <a:cs typeface="Calibri"/>
              </a:defRPr>
            </a:lvl9pPr>
          </a:lstStyle>
          <a:p xmlns:a="http://schemas.openxmlformats.org/drawingml/2006/main"/>
        </p:txBody>
      </p:sp>
      <p:sp>
        <p:nvSpPr>
          <p:cNvPr id="31" name="Google Shape;31;h7ec25ba77cfe6c11_0_363">
            <a:extLst xmlns:a="http://schemas.openxmlformats.org/drawingml/2006/main">
              <a:ext uri="{FF2B5EF4-FFF2-40B4-BE49-F238E27FC236}">
                <a16:creationId xmlns:a16="http://schemas.microsoft.com/office/drawing/2014/main" id="{52EE2F0A-C80D-4595-A10A-EC0A0FDF47C1}"/>
              </a:ext>
            </a:extLst>
          </p:cNvPr>
          <p:cNvSpPr>
            <a:spLocks xmlns:a="http://schemas.openxmlformats.org/drawingml/2006/main" noGrp="1"/>
          </p:cNvSpPr>
          <p:nvPr>
            <p:ph type="sldNum" idx="12"/>
          </p:nvPr>
        </p:nvSpPr>
        <p:spPr>
          <a:xfrm xmlns:a="http://schemas.openxmlformats.org/drawingml/2006/main">
            <a:off x="6553200" y="6356350"/>
            <a:ext cx="2133600" cy="3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lvl1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1pPr>
            <a:lvl2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2pPr>
            <a:lvl3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3pPr>
            <a:lvl4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4pPr>
            <a:lvl5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5pPr>
            <a:lvl6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6pPr>
            <a:lvl7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7pPr>
            <a:lvl8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8pPr>
            <a:lvl9pPr marL="0" marR="0" indent="0" algn="r">
              <a:lnSpc>
                <a:spcPct val="100000"/>
              </a:lnSpc>
              <a:spcBef>
                <a:spcPts val="0"/>
              </a:spcBef>
              <a:spcAft>
                <a:spcPts val="0"/>
              </a:spcAft>
              <a:buClr>
                <a:srgbClr val="000000"/>
              </a:buClr>
              <a:buSzPts val="1200"/>
              <a:buFont typeface="Arial"/>
              <a:buNone/>
              <a:defRPr sz="1200" b="0" i="0" u="none" strike="noStrike" cap="none" spc="0">
                <a:solidFill>
                  <a:srgbClr val="888888"/>
                </a:solidFill>
                <a:latin typeface="Calibri"/>
                <a:ea typeface="Calibri"/>
                <a:cs typeface="Calibri"/>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56" r:id="R7d6a9aac8cbc447b"/>
    <p:sldLayoutId xmlns:r="http://schemas.openxmlformats.org/officeDocument/2006/relationships" id="2147483657" r:id="R69587c5f3aa84c4b"/>
    <p:sldLayoutId xmlns:r="http://schemas.openxmlformats.org/officeDocument/2006/relationships" id="2147483658" r:id="R4e3c25ce35a74e12"/>
    <p:sldLayoutId xmlns:r="http://schemas.openxmlformats.org/officeDocument/2006/relationships" id="2147483659" r:id="Rf76ba61e51dc453b"/>
    <p:sldLayoutId xmlns:r="http://schemas.openxmlformats.org/officeDocument/2006/relationships" id="2147483660" r:id="Re7bee2a3acd54c34"/>
    <p:sldLayoutId xmlns:r="http://schemas.openxmlformats.org/officeDocument/2006/relationships" id="2147483661" r:id="R9920241d438a442d"/>
    <p:sldLayoutId xmlns:r="http://schemas.openxmlformats.org/officeDocument/2006/relationships" id="2147483662" r:id="Rc0b72a7c3a19492a"/>
    <p:sldLayoutId xmlns:r="http://schemas.openxmlformats.org/officeDocument/2006/relationships" id="2147483663" r:id="R7a708674d3cf4133"/>
    <p:sldLayoutId xmlns:r="http://schemas.openxmlformats.org/officeDocument/2006/relationships" id="2147483664" r:id="Rf5c78b1a43034488"/>
    <p:sldLayoutId xmlns:r="http://schemas.openxmlformats.org/officeDocument/2006/relationships" id="2147483665" r:id="Rca630231efb44137"/>
    <p:sldLayoutId xmlns:r="http://schemas.openxmlformats.org/officeDocument/2006/relationships" id="2147483666" r:id="Ra8c0499502ed49d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b271bcad18e4106" /><Relationship Type="http://schemas.openxmlformats.org/officeDocument/2006/relationships/image" Target="/ppt/media/image.png" Id="R39cfa632affa4baf" /><Relationship Type="http://schemas.openxmlformats.org/officeDocument/2006/relationships/notesSlide" Target="/ppt/notesSlides/notesSlide1.xml" Id="Ra477d0eb5f2142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bd76c9f11584136" /><Relationship Type="http://schemas.openxmlformats.org/officeDocument/2006/relationships/image" Target="/ppt/media/image2.png" Id="R20ada58189c141bc" /><Relationship Type="http://schemas.openxmlformats.org/officeDocument/2006/relationships/image" Target="/ppt/media/image3.png" Id="R04ec911b1a7647fe" /><Relationship Type="http://schemas.openxmlformats.org/officeDocument/2006/relationships/image" Target="/ppt/media/image4.png" Id="Rf1b161c0326849fa" /><Relationship Type="http://schemas.openxmlformats.org/officeDocument/2006/relationships/image" Target="/ppt/media/image5.png" Id="R723cbcac204e4ec1" /><Relationship Type="http://schemas.openxmlformats.org/officeDocument/2006/relationships/image" Target="/ppt/media/image6.png" Id="R4ef602bb4dd64d57" /><Relationship Type="http://schemas.openxmlformats.org/officeDocument/2006/relationships/notesSlide" Target="/ppt/notesSlides/notesSlide2.xml" Id="R31725ae69d7d46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c2cd754431c644c2" /><Relationship Type="http://schemas.openxmlformats.org/officeDocument/2006/relationships/image" Target="/ppt/media/image7.png" Id="Rfe0fbcfd7e4348e4" /><Relationship Type="http://schemas.openxmlformats.org/officeDocument/2006/relationships/image" Target="/ppt/media/image8.png" Id="R0242764a1ef04e62" /><Relationship Type="http://schemas.openxmlformats.org/officeDocument/2006/relationships/image" Target="/ppt/media/image9.png" Id="R4f4ce262c9804097" /><Relationship Type="http://schemas.openxmlformats.org/officeDocument/2006/relationships/notesSlide" Target="/ppt/notesSlides/notesSlide3.xml" Id="R292e3f8f25b941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b4e9fc18600246df" /><Relationship Type="http://schemas.openxmlformats.org/officeDocument/2006/relationships/image" Target="/ppt/media/image10.png" Id="R3465881c801842ed" /><Relationship Type="http://schemas.openxmlformats.org/officeDocument/2006/relationships/image" Target="/ppt/media/image11.png" Id="R9ba5d369930a4150" /><Relationship Type="http://schemas.openxmlformats.org/officeDocument/2006/relationships/image" Target="/ppt/media/image12.png" Id="R9dee207a3ecf41b4" /><Relationship Type="http://schemas.openxmlformats.org/officeDocument/2006/relationships/notesSlide" Target="/ppt/notesSlides/notesSlide4.xml" Id="R912794d2f41e4f73" /></Relationships>
</file>

<file path=ppt/slides/slide1.xml><?xml version="1.0" encoding="utf-8"?>
<p:sld xmlns:p="http://schemas.openxmlformats.org/presentationml/2006/main">
  <p:cSld>
    <p:bg>
      <p:bgPr>
        <a:solidFill xmlns:a="http://schemas.openxmlformats.org/drawingml/2006/main">
          <a:srgbClr val="1A1A1A"/>
        </a:solidFill>
      </p:bgPr>
    </p:bg>
    <p:spTree>
      <p:nvGrpSpPr>
        <p:cNvPr id="1" name=""/>
        <p:cNvGrpSpPr/>
        <p:nvPr/>
      </p:nvGrpSpPr>
      <p:grpSpPr>
        <a:xfrm xmlns:a="http://schemas.openxmlformats.org/drawingml/2006/main"/>
      </p:grpSpPr>
      <p:sp>
        <p:nvSpPr>
          <p:cNvPr id="105" name="Google Shape;105;h7ec25ba77cfe6c11_0_295">
            <a:extLst xmlns:a="http://schemas.openxmlformats.org/drawingml/2006/main">
              <a:ext uri="{FF2B5EF4-FFF2-40B4-BE49-F238E27FC236}">
                <a16:creationId xmlns:a16="http://schemas.microsoft.com/office/drawing/2014/main" id="{8CB5578D-D474-40DB-88D0-8FE6DA92DD78}"/>
              </a:ext>
            </a:extLst>
          </p:cNvPr>
          <p:cNvSpPr>
            <a:spLocks xmlns:a="http://schemas.openxmlformats.org/drawingml/2006/main" noGrp="1"/>
          </p:cNvSpPr>
          <p:nvPr/>
        </p:nvSpPr>
        <p:spPr>
          <a:xfrm xmlns:a="http://schemas.openxmlformats.org/drawingml/2006/main">
            <a:off x="609600" y="4293840"/>
            <a:ext cx="571500" cy="38100"/>
          </a:xfrm>
          <a:prstGeom xmlns:a="http://schemas.openxmlformats.org/drawingml/2006/main" prst="rect">
            <a:avLst/>
          </a:prstGeom>
          <a:solidFill xmlns:a="http://schemas.openxmlformats.org/drawingml/2006/main">
            <a:srgbClr val="BEF26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06" name="Google Shape;106;h7ec25ba77cfe6c11_0_295">
            <a:extLst xmlns:a="http://schemas.openxmlformats.org/drawingml/2006/main">
              <a:ext uri="{FF2B5EF4-FFF2-40B4-BE49-F238E27FC236}">
                <a16:creationId xmlns:a16="http://schemas.microsoft.com/office/drawing/2014/main" id="{114468D8-3AF0-4938-9C2F-41FE9D27C584}"/>
              </a:ext>
            </a:extLst>
          </p:cNvPr>
          <p:cNvSpPr>
            <a:spLocks xmlns:a="http://schemas.openxmlformats.org/drawingml/2006/main" noGrp="1"/>
          </p:cNvSpPr>
          <p:nvPr/>
        </p:nvSpPr>
        <p:spPr>
          <a:xfrm xmlns:a="http://schemas.openxmlformats.org/drawingml/2006/main">
            <a:off x="609600" y="2526059"/>
            <a:ext cx="6182700" cy="92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6000"/>
              <a:buFont typeface="Arial"/>
              <a:buNone/>
            </a:pPr>
            <a:r>
              <a:rPr sz="6000" b="1" i="0" u="none" strike="noStrike" cap="none" spc="0">
                <a:solidFill>
                  <a:srgbClr val="FFFFFF"/>
                </a:solidFill>
                <a:latin typeface="Space Grotesk"/>
                <a:ea typeface="Space Grotesk"/>
                <a:cs typeface="Space Grotesk"/>
              </a:rPr>
              <a:t>luminate</a:t>
            </a:r>
            <a:r>
              <a:rPr sz="6000" b="1" i="0" u="none" strike="noStrike" cap="none" spc="0">
                <a:solidFill>
                  <a:srgbClr val="BEF264"/>
                </a:solidFill>
                <a:latin typeface="Space Grotesk"/>
                <a:ea typeface="Space Grotesk"/>
                <a:cs typeface="Space Grotesk"/>
              </a:rPr>
              <a:t>.</a:t>
            </a:r>
            <a:endParaRPr sz="1400" b="0" i="0" u="none" strike="noStrike" cap="none" spc="0">
              <a:solidFill>
                <a:srgbClr val="000000"/>
              </a:solidFill>
              <a:latin typeface="Arial"/>
              <a:ea typeface="Arial"/>
              <a:cs typeface="Arial"/>
            </a:endParaRPr>
          </a:p>
        </p:txBody>
      </p:sp>
      <p:sp>
        <p:nvSpPr>
          <p:cNvPr id="107" name="Google Shape;107;h7ec25ba77cfe6c11_0_295">
            <a:extLst xmlns:a="http://schemas.openxmlformats.org/drawingml/2006/main">
              <a:ext uri="{FF2B5EF4-FFF2-40B4-BE49-F238E27FC236}">
                <a16:creationId xmlns:a16="http://schemas.microsoft.com/office/drawing/2014/main" id="{44F4E64E-0B0A-4BC3-9EDC-169EEEA0DA15}"/>
              </a:ext>
            </a:extLst>
          </p:cNvPr>
          <p:cNvSpPr>
            <a:spLocks xmlns:a="http://schemas.openxmlformats.org/drawingml/2006/main" noGrp="1"/>
          </p:cNvSpPr>
          <p:nvPr/>
        </p:nvSpPr>
        <p:spPr>
          <a:xfrm xmlns:a="http://schemas.openxmlformats.org/drawingml/2006/main">
            <a:off x="609600" y="3516659"/>
            <a:ext cx="5888100" cy="4754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30000"/>
              </a:lnSpc>
              <a:spcBef>
                <a:spcPts val="0"/>
              </a:spcBef>
              <a:spcAft>
                <a:spcPts val="0"/>
              </a:spcAft>
              <a:buClr>
                <a:srgbClr val="000000"/>
              </a:buClr>
              <a:buSzPts val="2400"/>
              <a:buFont typeface="Arial"/>
              <a:buNone/>
            </a:pPr>
            <a:r>
              <a:rPr sz="2400" b="0" i="0" u="none" strike="noStrike" cap="none" spc="0">
                <a:solidFill>
                  <a:srgbClr val="A3A3A3"/>
                </a:solidFill>
                <a:latin typeface="Inter"/>
                <a:ea typeface="Inter"/>
                <a:cs typeface="Inter"/>
              </a:rPr>
              <a:t>Context before you share.</a:t>
            </a:r>
            <a:endParaRPr sz="1400" b="0" i="0" u="none" strike="noStrike" cap="none" spc="0">
              <a:solidFill>
                <a:srgbClr val="000000"/>
              </a:solidFill>
              <a:latin typeface="Arial"/>
              <a:ea typeface="Arial"/>
              <a:cs typeface="Arial"/>
            </a:endParaRPr>
          </a:p>
        </p:txBody>
      </p:sp>
      <p:pic>
        <p:nvPicPr>
          <p:cNvPr id="108" name="Google Shape;108;h7ec25ba77cfe6c11_0_295">
            <a:extLst xmlns:a="http://schemas.openxmlformats.org/drawingml/2006/main">
              <a:ext uri="{FF2B5EF4-FFF2-40B4-BE49-F238E27FC236}">
                <a16:creationId xmlns:a16="http://schemas.microsoft.com/office/drawing/2014/main" id="{CDBF4964-AC52-47B2-8C0A-EE10C2E36D5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9cfa632affa4baf">
            <a:alphaModFix/>
          </a:blip>
          <a:srcRect xmlns:a="http://schemas.openxmlformats.org/drawingml/2006/main" l="0" t="0" r="0" b="0"/>
          <a:stretch xmlns:a="http://schemas.openxmlformats.org/drawingml/2006/main"/>
        </p:blipFill>
        <p:spPr>
          <a:xfrm xmlns:a="http://schemas.openxmlformats.org/drawingml/2006/main">
            <a:off x="6128925" y="180651"/>
            <a:ext cx="5354149" cy="649667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27401696"/>
      </p:ext>
    </p:extLst>
  </p:cSld>
</p:sld>
</file>

<file path=ppt/slides/slide2.xml><?xml version="1.0" encoding="utf-8"?>
<p:sld xmlns:p="http://schemas.openxmlformats.org/presentationml/2006/main">
  <p:cSld>
    <p:bg>
      <p:bgPr>
        <a:solidFill xmlns:a="http://schemas.openxmlformats.org/drawingml/2006/main">
          <a:srgbClr val="F8F8F8"/>
        </a:solidFill>
      </p:bgPr>
    </p:bg>
    <p:spTree>
      <p:nvGrpSpPr>
        <p:cNvPr id="1" name=""/>
        <p:cNvGrpSpPr/>
        <p:nvPr/>
      </p:nvGrpSpPr>
      <p:grpSpPr>
        <a:xfrm xmlns:a="http://schemas.openxmlformats.org/drawingml/2006/main"/>
      </p:grpSpPr>
      <p:sp>
        <p:nvSpPr>
          <p:cNvPr id="113" name="Google Shape;113;h7ec25ba77cfe6c11_0_302">
            <a:extLst xmlns:a="http://schemas.openxmlformats.org/drawingml/2006/main">
              <a:ext uri="{FF2B5EF4-FFF2-40B4-BE49-F238E27FC236}">
                <a16:creationId xmlns:a16="http://schemas.microsoft.com/office/drawing/2014/main" id="{8F4FB771-FE42-41ED-B633-BD9D92D9F0FB}"/>
              </a:ext>
            </a:extLst>
          </p:cNvPr>
          <p:cNvSpPr>
            <a:spLocks xmlns:a="http://schemas.openxmlformats.org/drawingml/2006/main" noGrp="1"/>
          </p:cNvSpPr>
          <p:nvPr/>
        </p:nvSpPr>
        <p:spPr>
          <a:xfrm xmlns:a="http://schemas.openxmlformats.org/drawingml/2006/main">
            <a:off x="5569594" y="609600"/>
            <a:ext cx="6012900" cy="5638800"/>
          </a:xfrm>
          <a:prstGeom xmlns:a="http://schemas.openxmlformats.org/drawingml/2006/main" prst="roundRect">
            <a:avLst>
              <a:gd name="adj" fmla="val 2702"/>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pic>
        <p:nvPicPr>
          <p:cNvPr id="114" name="Google Shape;114;h7ec25ba77cfe6c11_0_302">
            <a:extLst xmlns:a="http://schemas.openxmlformats.org/drawingml/2006/main">
              <a:ext uri="{FF2B5EF4-FFF2-40B4-BE49-F238E27FC236}">
                <a16:creationId xmlns:a16="http://schemas.microsoft.com/office/drawing/2014/main" id="{851C10C6-D8DE-4C69-9743-248642DB785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0ada58189c141bc">
            <a:alphaModFix/>
          </a:blip>
          <a:srcRect xmlns:a="http://schemas.openxmlformats.org/drawingml/2006/main" l="0" t="0" r="0" b="0"/>
          <a:stretch xmlns:a="http://schemas.openxmlformats.org/drawingml/2006/main"/>
        </p:blipFill>
        <p:spPr>
          <a:xfrm xmlns:a="http://schemas.openxmlformats.org/drawingml/2006/main">
            <a:off x="609600" y="2237333"/>
            <a:ext cx="257175" cy="247650"/>
          </a:xfrm>
          <a:prstGeom xmlns:a="http://schemas.openxmlformats.org/drawingml/2006/main" prst="rect">
            <a:avLst/>
          </a:prstGeom>
          <a:ln xmlns:a="http://schemas.openxmlformats.org/drawingml/2006/main">
            <a:noFill/>
          </a:ln>
        </p:spPr>
      </p:pic>
      <p:pic>
        <p:nvPicPr>
          <p:cNvPr id="115" name="Google Shape;115;h7ec25ba77cfe6c11_0_302">
            <a:extLst xmlns:a="http://schemas.openxmlformats.org/drawingml/2006/main">
              <a:ext uri="{FF2B5EF4-FFF2-40B4-BE49-F238E27FC236}">
                <a16:creationId xmlns:a16="http://schemas.microsoft.com/office/drawing/2014/main" id="{31E98CFC-6826-4E68-ADF5-3E3DDF350A5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4ec911b1a7647fe">
            <a:alphaModFix/>
          </a:blip>
          <a:srcRect xmlns:a="http://schemas.openxmlformats.org/drawingml/2006/main" l="0" t="0" r="0" b="0"/>
          <a:stretch xmlns:a="http://schemas.openxmlformats.org/drawingml/2006/main"/>
        </p:blipFill>
        <p:spPr>
          <a:xfrm xmlns:a="http://schemas.openxmlformats.org/drawingml/2006/main">
            <a:off x="609600" y="3370808"/>
            <a:ext cx="285750" cy="247650"/>
          </a:xfrm>
          <a:prstGeom xmlns:a="http://schemas.openxmlformats.org/drawingml/2006/main" prst="rect">
            <a:avLst/>
          </a:prstGeom>
          <a:ln xmlns:a="http://schemas.openxmlformats.org/drawingml/2006/main">
            <a:noFill/>
          </a:ln>
        </p:spPr>
      </p:pic>
      <p:pic>
        <p:nvPicPr>
          <p:cNvPr id="116" name="Google Shape;116;h7ec25ba77cfe6c11_0_302">
            <a:extLst xmlns:a="http://schemas.openxmlformats.org/drawingml/2006/main">
              <a:ext uri="{FF2B5EF4-FFF2-40B4-BE49-F238E27FC236}">
                <a16:creationId xmlns:a16="http://schemas.microsoft.com/office/drawing/2014/main" id="{DC9B4E47-9138-45CB-B4E8-98AD90154E3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1b161c0326849fa">
            <a:alphaModFix/>
          </a:blip>
          <a:srcRect xmlns:a="http://schemas.openxmlformats.org/drawingml/2006/main" l="0" t="0" r="0" b="0"/>
          <a:stretch xmlns:a="http://schemas.openxmlformats.org/drawingml/2006/main"/>
        </p:blipFill>
        <p:spPr>
          <a:xfrm xmlns:a="http://schemas.openxmlformats.org/drawingml/2006/main">
            <a:off x="609600" y="4228058"/>
            <a:ext cx="228600" cy="247650"/>
          </a:xfrm>
          <a:prstGeom xmlns:a="http://schemas.openxmlformats.org/drawingml/2006/main" prst="rect">
            <a:avLst/>
          </a:prstGeom>
          <a:ln xmlns:a="http://schemas.openxmlformats.org/drawingml/2006/main">
            <a:noFill/>
          </a:ln>
        </p:spPr>
      </p:pic>
      <p:pic>
        <p:nvPicPr>
          <p:cNvPr id="117" name="Google Shape;117;h7ec25ba77cfe6c11_0_302">
            <a:extLst xmlns:a="http://schemas.openxmlformats.org/drawingml/2006/main">
              <a:ext uri="{FF2B5EF4-FFF2-40B4-BE49-F238E27FC236}">
                <a16:creationId xmlns:a16="http://schemas.microsoft.com/office/drawing/2014/main" id="{227E1A13-A30B-4208-BAEB-8FE4989D2AF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23cbcac204e4ec1">
            <a:alphaModFix/>
          </a:blip>
          <a:srcRect xmlns:a="http://schemas.openxmlformats.org/drawingml/2006/main" l="0" t="0" r="0" b="0"/>
          <a:stretch xmlns:a="http://schemas.openxmlformats.org/drawingml/2006/main"/>
        </p:blipFill>
        <p:spPr>
          <a:xfrm xmlns:a="http://schemas.openxmlformats.org/drawingml/2006/main">
            <a:off x="609600" y="5085308"/>
            <a:ext cx="200025" cy="247650"/>
          </a:xfrm>
          <a:prstGeom xmlns:a="http://schemas.openxmlformats.org/drawingml/2006/main" prst="rect">
            <a:avLst/>
          </a:prstGeom>
          <a:ln xmlns:a="http://schemas.openxmlformats.org/drawingml/2006/main">
            <a:noFill/>
          </a:ln>
        </p:spPr>
      </p:pic>
      <p:sp>
        <p:nvSpPr>
          <p:cNvPr id="118" name="Google Shape;118;h7ec25ba77cfe6c11_0_302">
            <a:extLst xmlns:a="http://schemas.openxmlformats.org/drawingml/2006/main">
              <a:ext uri="{FF2B5EF4-FFF2-40B4-BE49-F238E27FC236}">
                <a16:creationId xmlns:a16="http://schemas.microsoft.com/office/drawing/2014/main" id="{F50E270C-EC28-4FAB-AAFE-68EC6C8D51AB}"/>
              </a:ext>
            </a:extLst>
          </p:cNvPr>
          <p:cNvSpPr>
            <a:spLocks xmlns:a="http://schemas.openxmlformats.org/drawingml/2006/main" noGrp="1"/>
          </p:cNvSpPr>
          <p:nvPr/>
        </p:nvSpPr>
        <p:spPr>
          <a:xfrm xmlns:a="http://schemas.openxmlformats.org/drawingml/2006/main">
            <a:off x="609600" y="1248667"/>
            <a:ext cx="5910000" cy="554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9972"/>
              </a:lnSpc>
              <a:spcBef>
                <a:spcPts val="0"/>
              </a:spcBef>
              <a:spcAft>
                <a:spcPts val="0"/>
              </a:spcAft>
              <a:buClr>
                <a:srgbClr val="000000"/>
              </a:buClr>
              <a:buSzPts val="3600"/>
              <a:buFont typeface="Arial"/>
              <a:buNone/>
            </a:pPr>
            <a:r>
              <a:rPr sz="3600" b="1" i="0" u="none" strike="noStrike" cap="none" spc="0">
                <a:solidFill>
                  <a:srgbClr val="1A1A1A"/>
                </a:solidFill>
                <a:latin typeface="Space Grotesk"/>
                <a:ea typeface="Space Grotesk"/>
                <a:cs typeface="Space Grotesk"/>
              </a:rPr>
              <a:t>The Verification Gap</a:t>
            </a:r>
            <a:endParaRPr sz="1400" b="0" i="0" u="none" strike="noStrike" cap="none" spc="0">
              <a:solidFill>
                <a:srgbClr val="000000"/>
              </a:solidFill>
              <a:latin typeface="Arial"/>
              <a:ea typeface="Arial"/>
              <a:cs typeface="Arial"/>
            </a:endParaRPr>
          </a:p>
        </p:txBody>
      </p:sp>
      <p:sp>
        <p:nvSpPr>
          <p:cNvPr id="119" name="Google Shape;119;h7ec25ba77cfe6c11_0_302">
            <a:extLst xmlns:a="http://schemas.openxmlformats.org/drawingml/2006/main">
              <a:ext uri="{FF2B5EF4-FFF2-40B4-BE49-F238E27FC236}">
                <a16:creationId xmlns:a16="http://schemas.microsoft.com/office/drawing/2014/main" id="{E1889F2E-EA0E-4FC8-A74B-0057C6A38D83}"/>
              </a:ext>
            </a:extLst>
          </p:cNvPr>
          <p:cNvSpPr>
            <a:spLocks xmlns:a="http://schemas.openxmlformats.org/drawingml/2006/main" noGrp="1"/>
          </p:cNvSpPr>
          <p:nvPr/>
        </p:nvSpPr>
        <p:spPr>
          <a:xfrm xmlns:a="http://schemas.openxmlformats.org/drawingml/2006/main">
            <a:off x="1019175" y="2208758"/>
            <a:ext cx="418860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1" i="0" u="none" strike="noStrike" cap="none" spc="0">
                <a:solidFill>
                  <a:srgbClr val="1A1A1A"/>
                </a:solidFill>
                <a:latin typeface="Inter"/>
                <a:ea typeface="Inter"/>
                <a:cs typeface="Inter"/>
              </a:rPr>
              <a:t>Misleading posts spread without context.</a:t>
            </a:r>
            <a:endParaRPr sz="1400" b="0" i="0" u="none" strike="noStrike" cap="none" spc="0">
              <a:solidFill>
                <a:srgbClr val="000000"/>
              </a:solidFill>
              <a:latin typeface="Arial"/>
              <a:ea typeface="Arial"/>
              <a:cs typeface="Arial"/>
            </a:endParaRPr>
          </a:p>
        </p:txBody>
      </p:sp>
      <p:sp>
        <p:nvSpPr>
          <p:cNvPr id="120" name="Google Shape;120;h7ec25ba77cfe6c11_0_302">
            <a:extLst xmlns:a="http://schemas.openxmlformats.org/drawingml/2006/main">
              <a:ext uri="{FF2B5EF4-FFF2-40B4-BE49-F238E27FC236}">
                <a16:creationId xmlns:a16="http://schemas.microsoft.com/office/drawing/2014/main" id="{7807EF14-8875-4358-A510-74499D70443B}"/>
              </a:ext>
            </a:extLst>
          </p:cNvPr>
          <p:cNvSpPr>
            <a:spLocks xmlns:a="http://schemas.openxmlformats.org/drawingml/2006/main" noGrp="1"/>
          </p:cNvSpPr>
          <p:nvPr/>
        </p:nvSpPr>
        <p:spPr>
          <a:xfrm xmlns:a="http://schemas.openxmlformats.org/drawingml/2006/main">
            <a:off x="1047750" y="3342233"/>
            <a:ext cx="415980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1" i="0" u="none" strike="noStrike" cap="none" spc="0">
                <a:solidFill>
                  <a:srgbClr val="1A1A1A"/>
                </a:solidFill>
                <a:latin typeface="Inter"/>
                <a:ea typeface="Inter"/>
                <a:cs typeface="Inter"/>
              </a:rPr>
              <a:t>AI suspicion undermines human content, too.</a:t>
            </a:r>
            <a:endParaRPr sz="1400" b="0" i="0" u="none" strike="noStrike" cap="none" spc="0">
              <a:solidFill>
                <a:srgbClr val="000000"/>
              </a:solidFill>
              <a:latin typeface="Arial"/>
              <a:ea typeface="Arial"/>
              <a:cs typeface="Arial"/>
            </a:endParaRPr>
          </a:p>
        </p:txBody>
      </p:sp>
      <p:sp>
        <p:nvSpPr>
          <p:cNvPr id="121" name="Google Shape;121;h7ec25ba77cfe6c11_0_302">
            <a:extLst xmlns:a="http://schemas.openxmlformats.org/drawingml/2006/main">
              <a:ext uri="{FF2B5EF4-FFF2-40B4-BE49-F238E27FC236}">
                <a16:creationId xmlns:a16="http://schemas.microsoft.com/office/drawing/2014/main" id="{AF4CB29E-7552-4BC4-950F-E02A4918810F}"/>
              </a:ext>
            </a:extLst>
          </p:cNvPr>
          <p:cNvSpPr>
            <a:spLocks xmlns:a="http://schemas.openxmlformats.org/drawingml/2006/main" noGrp="1"/>
          </p:cNvSpPr>
          <p:nvPr/>
        </p:nvSpPr>
        <p:spPr>
          <a:xfrm xmlns:a="http://schemas.openxmlformats.org/drawingml/2006/main">
            <a:off x="990600" y="4199483"/>
            <a:ext cx="421710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1" i="0" u="none" strike="noStrike" cap="none" spc="0">
                <a:solidFill>
                  <a:srgbClr val="1A1A1A"/>
                </a:solidFill>
                <a:latin typeface="Inter"/>
                <a:ea typeface="Inter"/>
                <a:cs typeface="Inter"/>
              </a:rPr>
              <a:t>Corrections arrive after users scroll past.</a:t>
            </a:r>
            <a:endParaRPr sz="1400" b="0" i="0" u="none" strike="noStrike" cap="none" spc="0">
              <a:solidFill>
                <a:srgbClr val="000000"/>
              </a:solidFill>
              <a:latin typeface="Arial"/>
              <a:ea typeface="Arial"/>
              <a:cs typeface="Arial"/>
            </a:endParaRPr>
          </a:p>
        </p:txBody>
      </p:sp>
      <p:sp>
        <p:nvSpPr>
          <p:cNvPr id="122" name="Google Shape;122;h7ec25ba77cfe6c11_0_302">
            <a:extLst xmlns:a="http://schemas.openxmlformats.org/drawingml/2006/main">
              <a:ext uri="{FF2B5EF4-FFF2-40B4-BE49-F238E27FC236}">
                <a16:creationId xmlns:a16="http://schemas.microsoft.com/office/drawing/2014/main" id="{1DD126ED-EEA7-4E21-BB96-522F233F4470}"/>
              </a:ext>
            </a:extLst>
          </p:cNvPr>
          <p:cNvSpPr>
            <a:spLocks xmlns:a="http://schemas.openxmlformats.org/drawingml/2006/main" noGrp="1"/>
          </p:cNvSpPr>
          <p:nvPr/>
        </p:nvSpPr>
        <p:spPr>
          <a:xfrm xmlns:a="http://schemas.openxmlformats.org/drawingml/2006/main">
            <a:off x="962025" y="5056733"/>
            <a:ext cx="4245600" cy="548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1" i="0" u="none" strike="noStrike" cap="none" spc="0">
                <a:solidFill>
                  <a:srgbClr val="1A1A1A"/>
                </a:solidFill>
                <a:latin typeface="Inter"/>
                <a:ea typeface="Inter"/>
                <a:cs typeface="Inter"/>
              </a:rPr>
              <a:t>Luminate: Check a post when you see it.</a:t>
            </a:r>
            <a:endParaRPr sz="1400" b="0" i="0" u="none" strike="noStrike" cap="none" spc="0">
              <a:solidFill>
                <a:srgbClr val="000000"/>
              </a:solidFill>
              <a:latin typeface="Arial"/>
              <a:ea typeface="Arial"/>
              <a:cs typeface="Arial"/>
            </a:endParaRPr>
          </a:p>
        </p:txBody>
      </p:sp>
      <p:pic>
        <p:nvPicPr>
          <p:cNvPr id="123" name="Google Shape;123;h7ec25ba77cfe6c11_0_302">
            <a:extLst xmlns:a="http://schemas.openxmlformats.org/drawingml/2006/main">
              <a:ext uri="{FF2B5EF4-FFF2-40B4-BE49-F238E27FC236}">
                <a16:creationId xmlns:a16="http://schemas.microsoft.com/office/drawing/2014/main" id="{1DA68773-2FBF-43CC-ABC8-E8BA02702D9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ef602bb4dd64d57">
            <a:alphaModFix/>
          </a:blip>
          <a:srcRect xmlns:a="http://schemas.openxmlformats.org/drawingml/2006/main" l="0" t="0" r="0" b="0"/>
          <a:stretch xmlns:a="http://schemas.openxmlformats.org/drawingml/2006/main"/>
        </p:blipFill>
        <p:spPr>
          <a:xfrm xmlns:a="http://schemas.openxmlformats.org/drawingml/2006/main">
            <a:off x="5758250" y="1412138"/>
            <a:ext cx="5635501" cy="41649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75578119"/>
      </p:ext>
    </p:extLst>
  </p:cSld>
</p:sld>
</file>

<file path=ppt/slides/slide3.xml><?xml version="1.0" encoding="utf-8"?>
<p:sld xmlns:p="http://schemas.openxmlformats.org/presentationml/2006/main">
  <p:cSld>
    <p:bg>
      <p:bgPr>
        <a:solidFill xmlns:a="http://schemas.openxmlformats.org/drawingml/2006/main">
          <a:srgbClr val="F8F8F8"/>
        </a:solidFill>
      </p:bgPr>
    </p:bg>
    <p:spTree>
      <p:nvGrpSpPr>
        <p:cNvPr id="1" name=""/>
        <p:cNvGrpSpPr/>
        <p:nvPr/>
      </p:nvGrpSpPr>
      <p:grpSpPr>
        <a:xfrm xmlns:a="http://schemas.openxmlformats.org/drawingml/2006/main"/>
      </p:grpSpPr>
      <p:sp>
        <p:nvSpPr>
          <p:cNvPr id="128" name="Google Shape;128;h7ec25ba77cfe6c11_0_316">
            <a:extLst xmlns:a="http://schemas.openxmlformats.org/drawingml/2006/main">
              <a:ext uri="{FF2B5EF4-FFF2-40B4-BE49-F238E27FC236}">
                <a16:creationId xmlns:a16="http://schemas.microsoft.com/office/drawing/2014/main" id="{69A1B7F7-C339-4A73-AE62-85E50ED1C7C1}"/>
              </a:ext>
            </a:extLst>
          </p:cNvPr>
          <p:cNvSpPr>
            <a:spLocks xmlns:a="http://schemas.openxmlformats.org/drawingml/2006/main" noGrp="1"/>
          </p:cNvSpPr>
          <p:nvPr/>
        </p:nvSpPr>
        <p:spPr>
          <a:xfrm xmlns:a="http://schemas.openxmlformats.org/drawingml/2006/main">
            <a:off x="609600" y="1576387"/>
            <a:ext cx="52578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29" name="Google Shape;129;h7ec25ba77cfe6c11_0_316">
            <a:extLst xmlns:a="http://schemas.openxmlformats.org/drawingml/2006/main">
              <a:ext uri="{FF2B5EF4-FFF2-40B4-BE49-F238E27FC236}">
                <a16:creationId xmlns:a16="http://schemas.microsoft.com/office/drawing/2014/main" id="{0D1A467F-08D3-4522-A884-2B5B6723636E}"/>
              </a:ext>
            </a:extLst>
          </p:cNvPr>
          <p:cNvSpPr>
            <a:spLocks xmlns:a="http://schemas.openxmlformats.org/drawingml/2006/main" noGrp="1"/>
          </p:cNvSpPr>
          <p:nvPr/>
        </p:nvSpPr>
        <p:spPr>
          <a:xfrm xmlns:a="http://schemas.openxmlformats.org/drawingml/2006/main">
            <a:off x="609600" y="2795587"/>
            <a:ext cx="52578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30" name="Google Shape;130;h7ec25ba77cfe6c11_0_316">
            <a:extLst xmlns:a="http://schemas.openxmlformats.org/drawingml/2006/main">
              <a:ext uri="{FF2B5EF4-FFF2-40B4-BE49-F238E27FC236}">
                <a16:creationId xmlns:a16="http://schemas.microsoft.com/office/drawing/2014/main" id="{741570F2-11B9-400F-AC6B-B1A3E8CA3FB6}"/>
              </a:ext>
            </a:extLst>
          </p:cNvPr>
          <p:cNvSpPr>
            <a:spLocks xmlns:a="http://schemas.openxmlformats.org/drawingml/2006/main" noGrp="1"/>
          </p:cNvSpPr>
          <p:nvPr/>
        </p:nvSpPr>
        <p:spPr>
          <a:xfrm xmlns:a="http://schemas.openxmlformats.org/drawingml/2006/main">
            <a:off x="609600" y="4014787"/>
            <a:ext cx="52578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31" name="Google Shape;131;h7ec25ba77cfe6c11_0_316">
            <a:extLst xmlns:a="http://schemas.openxmlformats.org/drawingml/2006/main">
              <a:ext uri="{FF2B5EF4-FFF2-40B4-BE49-F238E27FC236}">
                <a16:creationId xmlns:a16="http://schemas.microsoft.com/office/drawing/2014/main" id="{C4B6B186-F545-4297-B93A-E508AFDA43F7}"/>
              </a:ext>
            </a:extLst>
          </p:cNvPr>
          <p:cNvSpPr>
            <a:spLocks xmlns:a="http://schemas.openxmlformats.org/drawingml/2006/main" noGrp="1"/>
          </p:cNvSpPr>
          <p:nvPr/>
        </p:nvSpPr>
        <p:spPr>
          <a:xfrm xmlns:a="http://schemas.openxmlformats.org/drawingml/2006/main">
            <a:off x="609600" y="5233987"/>
            <a:ext cx="5257800" cy="990600"/>
          </a:xfrm>
          <a:prstGeom xmlns:a="http://schemas.openxmlformats.org/drawingml/2006/main" prst="roundRect">
            <a:avLst>
              <a:gd name="adj" fmla="val 11538"/>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32" name="Google Shape;132;h7ec25ba77cfe6c11_0_316">
            <a:extLst xmlns:a="http://schemas.openxmlformats.org/drawingml/2006/main">
              <a:ext uri="{FF2B5EF4-FFF2-40B4-BE49-F238E27FC236}">
                <a16:creationId xmlns:a16="http://schemas.microsoft.com/office/drawing/2014/main" id="{7429C408-8842-4666-AD3D-663071DC07B7}"/>
              </a:ext>
            </a:extLst>
          </p:cNvPr>
          <p:cNvSpPr>
            <a:spLocks xmlns:a="http://schemas.openxmlformats.org/drawingml/2006/main" noGrp="1"/>
          </p:cNvSpPr>
          <p:nvPr/>
        </p:nvSpPr>
        <p:spPr>
          <a:xfrm xmlns:a="http://schemas.openxmlformats.org/drawingml/2006/main">
            <a:off x="838200" y="1843087"/>
            <a:ext cx="457200" cy="457200"/>
          </a:xfrm>
          <a:prstGeom xmlns:a="http://schemas.openxmlformats.org/drawingml/2006/main" prst="roundRect">
            <a:avLst>
              <a:gd name="adj" fmla="val 50000"/>
            </a:avLst>
          </a:prstGeom>
          <a:solidFill xmlns:a="http://schemas.openxmlformats.org/drawingml/2006/main">
            <a:srgbClr val="ECFCC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33" name="Google Shape;133;h7ec25ba77cfe6c11_0_316">
            <a:extLst xmlns:a="http://schemas.openxmlformats.org/drawingml/2006/main">
              <a:ext uri="{FF2B5EF4-FFF2-40B4-BE49-F238E27FC236}">
                <a16:creationId xmlns:a16="http://schemas.microsoft.com/office/drawing/2014/main" id="{844B5840-5B3F-4DB0-9690-B14142560345}"/>
              </a:ext>
            </a:extLst>
          </p:cNvPr>
          <p:cNvSpPr>
            <a:spLocks xmlns:a="http://schemas.openxmlformats.org/drawingml/2006/main" noGrp="1"/>
          </p:cNvSpPr>
          <p:nvPr/>
        </p:nvSpPr>
        <p:spPr>
          <a:xfrm xmlns:a="http://schemas.openxmlformats.org/drawingml/2006/main">
            <a:off x="838200" y="3062287"/>
            <a:ext cx="457200" cy="457200"/>
          </a:xfrm>
          <a:prstGeom xmlns:a="http://schemas.openxmlformats.org/drawingml/2006/main" prst="roundRect">
            <a:avLst>
              <a:gd name="adj" fmla="val 50000"/>
            </a:avLst>
          </a:prstGeom>
          <a:solidFill xmlns:a="http://schemas.openxmlformats.org/drawingml/2006/main">
            <a:srgbClr val="ECFCC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34" name="Google Shape;134;h7ec25ba77cfe6c11_0_316">
            <a:extLst xmlns:a="http://schemas.openxmlformats.org/drawingml/2006/main">
              <a:ext uri="{FF2B5EF4-FFF2-40B4-BE49-F238E27FC236}">
                <a16:creationId xmlns:a16="http://schemas.microsoft.com/office/drawing/2014/main" id="{5B152A8D-A40C-407E-902C-F46A17025333}"/>
              </a:ext>
            </a:extLst>
          </p:cNvPr>
          <p:cNvSpPr>
            <a:spLocks xmlns:a="http://schemas.openxmlformats.org/drawingml/2006/main" noGrp="1"/>
          </p:cNvSpPr>
          <p:nvPr/>
        </p:nvSpPr>
        <p:spPr>
          <a:xfrm xmlns:a="http://schemas.openxmlformats.org/drawingml/2006/main">
            <a:off x="838200" y="4281487"/>
            <a:ext cx="457200" cy="457200"/>
          </a:xfrm>
          <a:prstGeom xmlns:a="http://schemas.openxmlformats.org/drawingml/2006/main" prst="roundRect">
            <a:avLst>
              <a:gd name="adj" fmla="val 50000"/>
            </a:avLst>
          </a:prstGeom>
          <a:solidFill xmlns:a="http://schemas.openxmlformats.org/drawingml/2006/main">
            <a:srgbClr val="ECFCC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35" name="Google Shape;135;h7ec25ba77cfe6c11_0_316">
            <a:extLst xmlns:a="http://schemas.openxmlformats.org/drawingml/2006/main">
              <a:ext uri="{FF2B5EF4-FFF2-40B4-BE49-F238E27FC236}">
                <a16:creationId xmlns:a16="http://schemas.microsoft.com/office/drawing/2014/main" id="{CDC55D00-D037-4660-A649-7BF2C91B9071}"/>
              </a:ext>
            </a:extLst>
          </p:cNvPr>
          <p:cNvSpPr>
            <a:spLocks xmlns:a="http://schemas.openxmlformats.org/drawingml/2006/main" noGrp="1"/>
          </p:cNvSpPr>
          <p:nvPr/>
        </p:nvSpPr>
        <p:spPr>
          <a:xfrm xmlns:a="http://schemas.openxmlformats.org/drawingml/2006/main">
            <a:off x="838200" y="5500687"/>
            <a:ext cx="457200" cy="457200"/>
          </a:xfrm>
          <a:prstGeom xmlns:a="http://schemas.openxmlformats.org/drawingml/2006/main" prst="roundRect">
            <a:avLst>
              <a:gd name="adj" fmla="val 50000"/>
            </a:avLst>
          </a:prstGeom>
          <a:solidFill xmlns:a="http://schemas.openxmlformats.org/drawingml/2006/main">
            <a:srgbClr val="ECFCCB"/>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pic>
        <p:nvPicPr>
          <p:cNvPr id="136" name="Google Shape;136;h7ec25ba77cfe6c11_0_316">
            <a:extLst xmlns:a="http://schemas.openxmlformats.org/drawingml/2006/main">
              <a:ext uri="{FF2B5EF4-FFF2-40B4-BE49-F238E27FC236}">
                <a16:creationId xmlns:a16="http://schemas.microsoft.com/office/drawing/2014/main" id="{F15AE6C5-99CF-4F74-801E-E6F0BD1A9A9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e0fbcfd7e4348e4">
            <a:alphaModFix/>
          </a:blip>
          <a:srcRect xmlns:a="http://schemas.openxmlformats.org/drawingml/2006/main" l="0" t="0" r="0" b="0"/>
          <a:stretch xmlns:a="http://schemas.openxmlformats.org/drawingml/2006/main"/>
        </p:blipFill>
        <p:spPr>
          <a:xfrm xmlns:a="http://schemas.openxmlformats.org/drawingml/2006/main">
            <a:off x="6193625" y="1576375"/>
            <a:ext cx="5617801" cy="4695825"/>
          </a:xfrm>
          <a:prstGeom xmlns:a="http://schemas.openxmlformats.org/drawingml/2006/main" prst="rect">
            <a:avLst/>
          </a:prstGeom>
          <a:ln xmlns:a="http://schemas.openxmlformats.org/drawingml/2006/main">
            <a:noFill/>
          </a:ln>
        </p:spPr>
      </p:pic>
      <p:sp>
        <p:nvSpPr>
          <p:cNvPr id="137" name="Google Shape;137;h7ec25ba77cfe6c11_0_316">
            <a:extLst xmlns:a="http://schemas.openxmlformats.org/drawingml/2006/main">
              <a:ext uri="{FF2B5EF4-FFF2-40B4-BE49-F238E27FC236}">
                <a16:creationId xmlns:a16="http://schemas.microsoft.com/office/drawing/2014/main" id="{B68950B3-B2D4-4E1A-9AD1-CDAA6BAD1241}"/>
              </a:ext>
            </a:extLst>
          </p:cNvPr>
          <p:cNvSpPr>
            <a:spLocks xmlns:a="http://schemas.openxmlformats.org/drawingml/2006/main" noGrp="1"/>
          </p:cNvSpPr>
          <p:nvPr/>
        </p:nvSpPr>
        <p:spPr>
          <a:xfrm xmlns:a="http://schemas.openxmlformats.org/drawingml/2006/main">
            <a:off x="609600" y="886075"/>
            <a:ext cx="5113200" cy="461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3000"/>
              <a:buFont typeface="Arial"/>
              <a:buNone/>
            </a:pPr>
            <a:r>
              <a:rPr sz="3000" b="1" i="0" u="none" strike="noStrike" cap="none" spc="0">
                <a:solidFill>
                  <a:srgbClr val="1A1A1A"/>
                </a:solidFill>
                <a:latin typeface="Space Grotesk"/>
                <a:ea typeface="Space Grotesk"/>
                <a:cs typeface="Space Grotesk"/>
              </a:rPr>
              <a:t>How Luminate Works</a:t>
            </a:r>
            <a:endParaRPr sz="1400" b="0" i="0" u="none" strike="noStrike" cap="none" spc="0">
              <a:solidFill>
                <a:srgbClr val="000000"/>
              </a:solidFill>
              <a:latin typeface="Arial"/>
              <a:ea typeface="Arial"/>
              <a:cs typeface="Arial"/>
            </a:endParaRPr>
          </a:p>
        </p:txBody>
      </p:sp>
      <p:sp>
        <p:nvSpPr>
          <p:cNvPr id="138" name="Google Shape;138;h7ec25ba77cfe6c11_0_316">
            <a:extLst xmlns:a="http://schemas.openxmlformats.org/drawingml/2006/main">
              <a:ext uri="{FF2B5EF4-FFF2-40B4-BE49-F238E27FC236}">
                <a16:creationId xmlns:a16="http://schemas.microsoft.com/office/drawing/2014/main" id="{7279510F-F7D4-4850-889E-6C65A74E2ACC}"/>
              </a:ext>
            </a:extLst>
          </p:cNvPr>
          <p:cNvSpPr>
            <a:spLocks xmlns:a="http://schemas.openxmlformats.org/drawingml/2006/main" noGrp="1"/>
          </p:cNvSpPr>
          <p:nvPr/>
        </p:nvSpPr>
        <p:spPr>
          <a:xfrm xmlns:a="http://schemas.openxmlformats.org/drawingml/2006/main">
            <a:off x="695325" y="1843087"/>
            <a:ext cx="743100" cy="23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500"/>
              <a:buFont typeface="Arial"/>
              <a:buNone/>
            </a:pPr>
            <a:r>
              <a:rPr sz="1500" b="1" i="0" u="none" strike="noStrike" cap="none" spc="0">
                <a:solidFill>
                  <a:srgbClr val="4D7C0F"/>
                </a:solidFill>
                <a:latin typeface="Inter"/>
                <a:ea typeface="Inter"/>
                <a:cs typeface="Inter"/>
              </a:rPr>
              <a:t>1</a:t>
            </a:r>
            <a:endParaRPr sz="1400" b="0" i="0" u="none" strike="noStrike" cap="none" spc="0">
              <a:solidFill>
                <a:srgbClr val="000000"/>
              </a:solidFill>
              <a:latin typeface="Arial"/>
              <a:ea typeface="Arial"/>
              <a:cs typeface="Arial"/>
            </a:endParaRPr>
          </a:p>
        </p:txBody>
      </p:sp>
      <p:sp>
        <p:nvSpPr>
          <p:cNvPr id="139" name="Google Shape;139;h7ec25ba77cfe6c11_0_316">
            <a:extLst xmlns:a="http://schemas.openxmlformats.org/drawingml/2006/main">
              <a:ext uri="{FF2B5EF4-FFF2-40B4-BE49-F238E27FC236}">
                <a16:creationId xmlns:a16="http://schemas.microsoft.com/office/drawing/2014/main" id="{7AE8D394-DB4F-440E-9120-A86C95C5D0FD}"/>
              </a:ext>
            </a:extLst>
          </p:cNvPr>
          <p:cNvSpPr>
            <a:spLocks xmlns:a="http://schemas.openxmlformats.org/drawingml/2006/main" noGrp="1"/>
          </p:cNvSpPr>
          <p:nvPr/>
        </p:nvSpPr>
        <p:spPr>
          <a:xfrm xmlns:a="http://schemas.openxmlformats.org/drawingml/2006/main">
            <a:off x="695325" y="3062287"/>
            <a:ext cx="743100" cy="23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500"/>
              <a:buFont typeface="Arial"/>
              <a:buNone/>
            </a:pPr>
            <a:r>
              <a:rPr sz="1500" b="1" i="0" u="none" strike="noStrike" cap="none" spc="0">
                <a:solidFill>
                  <a:srgbClr val="4D7C0F"/>
                </a:solidFill>
                <a:latin typeface="Inter"/>
                <a:ea typeface="Inter"/>
                <a:cs typeface="Inter"/>
              </a:rPr>
              <a:t>2</a:t>
            </a:r>
            <a:endParaRPr sz="1400" b="0" i="0" u="none" strike="noStrike" cap="none" spc="0">
              <a:solidFill>
                <a:srgbClr val="000000"/>
              </a:solidFill>
              <a:latin typeface="Arial"/>
              <a:ea typeface="Arial"/>
              <a:cs typeface="Arial"/>
            </a:endParaRPr>
          </a:p>
        </p:txBody>
      </p:sp>
      <p:sp>
        <p:nvSpPr>
          <p:cNvPr id="140" name="Google Shape;140;h7ec25ba77cfe6c11_0_316">
            <a:extLst xmlns:a="http://schemas.openxmlformats.org/drawingml/2006/main">
              <a:ext uri="{FF2B5EF4-FFF2-40B4-BE49-F238E27FC236}">
                <a16:creationId xmlns:a16="http://schemas.microsoft.com/office/drawing/2014/main" id="{1F1B7548-D8CF-4668-B233-3816F2143D96}"/>
              </a:ext>
            </a:extLst>
          </p:cNvPr>
          <p:cNvSpPr>
            <a:spLocks xmlns:a="http://schemas.openxmlformats.org/drawingml/2006/main" noGrp="1"/>
          </p:cNvSpPr>
          <p:nvPr/>
        </p:nvSpPr>
        <p:spPr>
          <a:xfrm xmlns:a="http://schemas.openxmlformats.org/drawingml/2006/main">
            <a:off x="695325" y="4281487"/>
            <a:ext cx="743100" cy="23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500"/>
              <a:buFont typeface="Arial"/>
              <a:buNone/>
            </a:pPr>
            <a:r>
              <a:rPr sz="1500" b="1" i="0" u="none" strike="noStrike" cap="none" spc="0">
                <a:solidFill>
                  <a:srgbClr val="4D7C0F"/>
                </a:solidFill>
                <a:latin typeface="Inter"/>
                <a:ea typeface="Inter"/>
                <a:cs typeface="Inter"/>
              </a:rPr>
              <a:t>3</a:t>
            </a:r>
            <a:endParaRPr sz="1400" b="0" i="0" u="none" strike="noStrike" cap="none" spc="0">
              <a:solidFill>
                <a:srgbClr val="000000"/>
              </a:solidFill>
              <a:latin typeface="Arial"/>
              <a:ea typeface="Arial"/>
              <a:cs typeface="Arial"/>
            </a:endParaRPr>
          </a:p>
        </p:txBody>
      </p:sp>
      <p:sp>
        <p:nvSpPr>
          <p:cNvPr id="141" name="Google Shape;141;h7ec25ba77cfe6c11_0_316">
            <a:extLst xmlns:a="http://schemas.openxmlformats.org/drawingml/2006/main">
              <a:ext uri="{FF2B5EF4-FFF2-40B4-BE49-F238E27FC236}">
                <a16:creationId xmlns:a16="http://schemas.microsoft.com/office/drawing/2014/main" id="{1C97AF02-CCFF-4B7E-9C07-C5208EC8F981}"/>
              </a:ext>
            </a:extLst>
          </p:cNvPr>
          <p:cNvSpPr>
            <a:spLocks xmlns:a="http://schemas.openxmlformats.org/drawingml/2006/main" noGrp="1"/>
          </p:cNvSpPr>
          <p:nvPr/>
        </p:nvSpPr>
        <p:spPr>
          <a:xfrm xmlns:a="http://schemas.openxmlformats.org/drawingml/2006/main">
            <a:off x="695325" y="5500687"/>
            <a:ext cx="743100" cy="23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500"/>
              <a:buFont typeface="Arial"/>
              <a:buNone/>
            </a:pPr>
            <a:r>
              <a:rPr sz="1500" b="1" i="0" u="none" strike="noStrike" cap="none" spc="0">
                <a:solidFill>
                  <a:srgbClr val="4D7C0F"/>
                </a:solidFill>
                <a:latin typeface="Inter"/>
                <a:ea typeface="Inter"/>
                <a:cs typeface="Inter"/>
              </a:rPr>
              <a:t>4</a:t>
            </a:r>
            <a:endParaRPr sz="1400" b="0" i="0" u="none" strike="noStrike" cap="none" spc="0">
              <a:solidFill>
                <a:srgbClr val="000000"/>
              </a:solidFill>
              <a:latin typeface="Arial"/>
              <a:ea typeface="Arial"/>
              <a:cs typeface="Arial"/>
            </a:endParaRPr>
          </a:p>
        </p:txBody>
      </p:sp>
      <p:sp>
        <p:nvSpPr>
          <p:cNvPr id="142" name="Google Shape;142;h7ec25ba77cfe6c11_0_316">
            <a:extLst xmlns:a="http://schemas.openxmlformats.org/drawingml/2006/main">
              <a:ext uri="{FF2B5EF4-FFF2-40B4-BE49-F238E27FC236}">
                <a16:creationId xmlns:a16="http://schemas.microsoft.com/office/drawing/2014/main" id="{F904197F-C4C5-423A-B884-ED12585256A8}"/>
              </a:ext>
            </a:extLst>
          </p:cNvPr>
          <p:cNvSpPr>
            <a:spLocks xmlns:a="http://schemas.openxmlformats.org/drawingml/2006/main" noGrp="1"/>
          </p:cNvSpPr>
          <p:nvPr/>
        </p:nvSpPr>
        <p:spPr>
          <a:xfrm xmlns:a="http://schemas.openxmlformats.org/drawingml/2006/main">
            <a:off x="1524000" y="1804987"/>
            <a:ext cx="5025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1" i="0" u="none" strike="noStrike" cap="none" spc="0">
                <a:solidFill>
                  <a:srgbClr val="1A1A1A"/>
                </a:solidFill>
                <a:latin typeface="Space Grotesk"/>
                <a:ea typeface="Space Grotesk"/>
                <a:cs typeface="Space Grotesk"/>
              </a:rPr>
              <a:t>Read &amp; Recall</a:t>
            </a:r>
            <a:endParaRPr sz="1400" b="0" i="0" u="none" strike="noStrike" cap="none" spc="0">
              <a:solidFill>
                <a:srgbClr val="000000"/>
              </a:solidFill>
              <a:latin typeface="Arial"/>
              <a:ea typeface="Arial"/>
              <a:cs typeface="Arial"/>
            </a:endParaRPr>
          </a:p>
        </p:txBody>
      </p:sp>
      <p:sp>
        <p:nvSpPr>
          <p:cNvPr id="143" name="Google Shape;143;h7ec25ba77cfe6c11_0_316">
            <a:extLst xmlns:a="http://schemas.openxmlformats.org/drawingml/2006/main">
              <a:ext uri="{FF2B5EF4-FFF2-40B4-BE49-F238E27FC236}">
                <a16:creationId xmlns:a16="http://schemas.microsoft.com/office/drawing/2014/main" id="{946AF590-4A2D-4187-AC42-C894C984EFA7}"/>
              </a:ext>
            </a:extLst>
          </p:cNvPr>
          <p:cNvSpPr>
            <a:spLocks xmlns:a="http://schemas.openxmlformats.org/drawingml/2006/main" noGrp="1"/>
          </p:cNvSpPr>
          <p:nvPr/>
        </p:nvSpPr>
        <p:spPr>
          <a:xfrm xmlns:a="http://schemas.openxmlformats.org/drawingml/2006/main">
            <a:off x="1524000" y="2138362"/>
            <a:ext cx="47862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spc="0">
                <a:solidFill>
                  <a:srgbClr val="525252"/>
                </a:solidFill>
                <a:latin typeface="Inter"/>
                <a:ea typeface="Inter"/>
                <a:cs typeface="Inter"/>
              </a:rPr>
              <a:t>Read the post. Reuse matching checks.</a:t>
            </a:r>
            <a:endParaRPr sz="1400" b="0" i="0" u="none" strike="noStrike" cap="none" spc="0">
              <a:solidFill>
                <a:srgbClr val="000000"/>
              </a:solidFill>
              <a:latin typeface="Arial"/>
              <a:ea typeface="Arial"/>
              <a:cs typeface="Arial"/>
            </a:endParaRPr>
          </a:p>
        </p:txBody>
      </p:sp>
      <p:sp>
        <p:nvSpPr>
          <p:cNvPr id="144" name="Google Shape;144;h7ec25ba77cfe6c11_0_316">
            <a:extLst xmlns:a="http://schemas.openxmlformats.org/drawingml/2006/main">
              <a:ext uri="{FF2B5EF4-FFF2-40B4-BE49-F238E27FC236}">
                <a16:creationId xmlns:a16="http://schemas.microsoft.com/office/drawing/2014/main" id="{B809DBB4-D79B-4194-9D93-0158BCC8B61F}"/>
              </a:ext>
            </a:extLst>
          </p:cNvPr>
          <p:cNvSpPr>
            <a:spLocks xmlns:a="http://schemas.openxmlformats.org/drawingml/2006/main" noGrp="1"/>
          </p:cNvSpPr>
          <p:nvPr/>
        </p:nvSpPr>
        <p:spPr>
          <a:xfrm xmlns:a="http://schemas.openxmlformats.org/drawingml/2006/main">
            <a:off x="1524000" y="3024187"/>
            <a:ext cx="5113200" cy="27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1" i="0" u="none" strike="noStrike" cap="none" spc="0">
                <a:solidFill>
                  <a:srgbClr val="1A1A1A"/>
                </a:solidFill>
                <a:latin typeface="Space Grotesk"/>
                <a:ea typeface="Space Grotesk"/>
                <a:cs typeface="Space Grotesk"/>
              </a:rPr>
              <a:t>Extract Claims</a:t>
            </a:r>
            <a:endParaRPr sz="1400" b="0" i="0" u="none" strike="noStrike" cap="none" spc="0">
              <a:solidFill>
                <a:srgbClr val="000000"/>
              </a:solidFill>
              <a:latin typeface="Arial"/>
              <a:ea typeface="Arial"/>
              <a:cs typeface="Arial"/>
            </a:endParaRPr>
          </a:p>
        </p:txBody>
      </p:sp>
      <p:sp>
        <p:nvSpPr>
          <p:cNvPr id="145" name="Google Shape;145;h7ec25ba77cfe6c11_0_316">
            <a:extLst xmlns:a="http://schemas.openxmlformats.org/drawingml/2006/main">
              <a:ext uri="{FF2B5EF4-FFF2-40B4-BE49-F238E27FC236}">
                <a16:creationId xmlns:a16="http://schemas.microsoft.com/office/drawing/2014/main" id="{ABBE34BE-A957-4218-8DE6-ED1586EA562E}"/>
              </a:ext>
            </a:extLst>
          </p:cNvPr>
          <p:cNvSpPr>
            <a:spLocks xmlns:a="http://schemas.openxmlformats.org/drawingml/2006/main" noGrp="1"/>
          </p:cNvSpPr>
          <p:nvPr/>
        </p:nvSpPr>
        <p:spPr>
          <a:xfrm xmlns:a="http://schemas.openxmlformats.org/drawingml/2006/main">
            <a:off x="1524000" y="3357562"/>
            <a:ext cx="48696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spc="0">
                <a:solidFill>
                  <a:srgbClr val="525252"/>
                </a:solidFill>
                <a:latin typeface="Inter"/>
                <a:ea typeface="Inter"/>
                <a:cs typeface="Inter"/>
              </a:rPr>
              <a:t>Identify claims and persuasion cues.</a:t>
            </a:r>
            <a:endParaRPr sz="1400" b="0" i="0" u="none" strike="noStrike" cap="none" spc="0">
              <a:solidFill>
                <a:srgbClr val="000000"/>
              </a:solidFill>
              <a:latin typeface="Arial"/>
              <a:ea typeface="Arial"/>
              <a:cs typeface="Arial"/>
            </a:endParaRPr>
          </a:p>
        </p:txBody>
      </p:sp>
      <p:sp>
        <p:nvSpPr>
          <p:cNvPr id="146" name="Google Shape;146;h7ec25ba77cfe6c11_0_316">
            <a:extLst xmlns:a="http://schemas.openxmlformats.org/drawingml/2006/main">
              <a:ext uri="{FF2B5EF4-FFF2-40B4-BE49-F238E27FC236}">
                <a16:creationId xmlns:a16="http://schemas.microsoft.com/office/drawing/2014/main" id="{1F718B0F-A8FD-46A7-B734-672AC61E5069}"/>
              </a:ext>
            </a:extLst>
          </p:cNvPr>
          <p:cNvSpPr>
            <a:spLocks xmlns:a="http://schemas.openxmlformats.org/drawingml/2006/main" noGrp="1"/>
          </p:cNvSpPr>
          <p:nvPr/>
        </p:nvSpPr>
        <p:spPr>
          <a:xfrm xmlns:a="http://schemas.openxmlformats.org/drawingml/2006/main">
            <a:off x="1524000" y="4243387"/>
            <a:ext cx="51006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1" i="0" u="none" strike="noStrike" cap="none" spc="0">
                <a:solidFill>
                  <a:srgbClr val="1A1A1A"/>
                </a:solidFill>
                <a:latin typeface="Space Grotesk"/>
                <a:ea typeface="Space Grotesk"/>
                <a:cs typeface="Space Grotesk"/>
              </a:rPr>
              <a:t>Research &amp; Detect</a:t>
            </a:r>
            <a:endParaRPr sz="1400" b="0" i="0" u="none" strike="noStrike" cap="none" spc="0">
              <a:solidFill>
                <a:srgbClr val="000000"/>
              </a:solidFill>
              <a:latin typeface="Arial"/>
              <a:ea typeface="Arial"/>
              <a:cs typeface="Arial"/>
            </a:endParaRPr>
          </a:p>
        </p:txBody>
      </p:sp>
      <p:sp>
        <p:nvSpPr>
          <p:cNvPr id="147" name="Google Shape;147;h7ec25ba77cfe6c11_0_316">
            <a:extLst xmlns:a="http://schemas.openxmlformats.org/drawingml/2006/main">
              <a:ext uri="{FF2B5EF4-FFF2-40B4-BE49-F238E27FC236}">
                <a16:creationId xmlns:a16="http://schemas.microsoft.com/office/drawing/2014/main" id="{47E77E77-C301-458F-9561-FEB7586804C0}"/>
              </a:ext>
            </a:extLst>
          </p:cNvPr>
          <p:cNvSpPr>
            <a:spLocks xmlns:a="http://schemas.openxmlformats.org/drawingml/2006/main" noGrp="1"/>
          </p:cNvSpPr>
          <p:nvPr/>
        </p:nvSpPr>
        <p:spPr>
          <a:xfrm xmlns:a="http://schemas.openxmlformats.org/drawingml/2006/main">
            <a:off x="1524000" y="4576762"/>
            <a:ext cx="48579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spc="0">
                <a:solidFill>
                  <a:srgbClr val="525252"/>
                </a:solidFill>
                <a:latin typeface="Inter"/>
                <a:ea typeface="Inter"/>
                <a:cs typeface="Inter"/>
              </a:rPr>
              <a:t>Fact-checks, web evidence and origin signals.</a:t>
            </a:r>
            <a:endParaRPr sz="1400" b="0" i="0" u="none" strike="noStrike" cap="none" spc="0">
              <a:solidFill>
                <a:srgbClr val="000000"/>
              </a:solidFill>
              <a:latin typeface="Arial"/>
              <a:ea typeface="Arial"/>
              <a:cs typeface="Arial"/>
            </a:endParaRPr>
          </a:p>
        </p:txBody>
      </p:sp>
      <p:sp>
        <p:nvSpPr>
          <p:cNvPr id="148" name="Google Shape;148;h7ec25ba77cfe6c11_0_316">
            <a:extLst xmlns:a="http://schemas.openxmlformats.org/drawingml/2006/main">
              <a:ext uri="{FF2B5EF4-FFF2-40B4-BE49-F238E27FC236}">
                <a16:creationId xmlns:a16="http://schemas.microsoft.com/office/drawing/2014/main" id="{2D7D2C11-4135-446E-9837-D61BE7281AF0}"/>
              </a:ext>
            </a:extLst>
          </p:cNvPr>
          <p:cNvSpPr>
            <a:spLocks xmlns:a="http://schemas.openxmlformats.org/drawingml/2006/main" noGrp="1"/>
          </p:cNvSpPr>
          <p:nvPr/>
        </p:nvSpPr>
        <p:spPr>
          <a:xfrm xmlns:a="http://schemas.openxmlformats.org/drawingml/2006/main">
            <a:off x="1524000" y="5462587"/>
            <a:ext cx="48132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00"/>
              <a:buFont typeface="Arial"/>
              <a:buNone/>
            </a:pPr>
            <a:r>
              <a:rPr sz="1800" b="1" i="0" u="none" strike="noStrike" cap="none" spc="0">
                <a:solidFill>
                  <a:srgbClr val="1A1A1A"/>
                </a:solidFill>
                <a:latin typeface="Space Grotesk"/>
                <a:ea typeface="Space Grotesk"/>
                <a:cs typeface="Space Grotesk"/>
              </a:rPr>
              <a:t>Review &amp; Explain</a:t>
            </a:r>
            <a:endParaRPr sz="1400" b="0" i="0" u="none" strike="noStrike" cap="none" spc="0">
              <a:solidFill>
                <a:srgbClr val="000000"/>
              </a:solidFill>
              <a:latin typeface="Arial"/>
              <a:ea typeface="Arial"/>
              <a:cs typeface="Arial"/>
            </a:endParaRPr>
          </a:p>
        </p:txBody>
      </p:sp>
      <p:sp>
        <p:nvSpPr>
          <p:cNvPr id="149" name="Google Shape;149;h7ec25ba77cfe6c11_0_316">
            <a:extLst xmlns:a="http://schemas.openxmlformats.org/drawingml/2006/main">
              <a:ext uri="{FF2B5EF4-FFF2-40B4-BE49-F238E27FC236}">
                <a16:creationId xmlns:a16="http://schemas.microsoft.com/office/drawing/2014/main" id="{0E07C2A8-74CB-445E-8F1F-3DCCC82870F6}"/>
              </a:ext>
            </a:extLst>
          </p:cNvPr>
          <p:cNvSpPr>
            <a:spLocks xmlns:a="http://schemas.openxmlformats.org/drawingml/2006/main" noGrp="1"/>
          </p:cNvSpPr>
          <p:nvPr/>
        </p:nvSpPr>
        <p:spPr>
          <a:xfrm xmlns:a="http://schemas.openxmlformats.org/drawingml/2006/main">
            <a:off x="1524000" y="5795962"/>
            <a:ext cx="4584000" cy="2057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spc="0">
                <a:solidFill>
                  <a:srgbClr val="525252"/>
                </a:solidFill>
                <a:latin typeface="Inter"/>
                <a:ea typeface="Inter"/>
                <a:cs typeface="Inter"/>
              </a:rPr>
              <a:t>Show verdicts, sources and uncertainty.</a:t>
            </a:r>
            <a:endParaRPr sz="1400" b="0" i="0" u="none" strike="noStrike" cap="none" spc="0">
              <a:solidFill>
                <a:srgbClr val="000000"/>
              </a:solidFill>
              <a:latin typeface="Arial"/>
              <a:ea typeface="Arial"/>
              <a:cs typeface="Arial"/>
            </a:endParaRPr>
          </a:p>
        </p:txBody>
      </p:sp>
      <p:pic>
        <p:nvPicPr>
          <p:cNvPr id="150" name="Google Shape;150;h7ec25ba77cfe6c11_0_316">
            <a:extLst xmlns:a="http://schemas.openxmlformats.org/drawingml/2006/main">
              <a:ext uri="{FF2B5EF4-FFF2-40B4-BE49-F238E27FC236}">
                <a16:creationId xmlns:a16="http://schemas.microsoft.com/office/drawing/2014/main" id="{D1A021EE-EE35-4EE9-856F-C91330BE832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242764a1ef04e62">
            <a:alphaModFix/>
          </a:blip>
          <a:srcRect xmlns:a="http://schemas.openxmlformats.org/drawingml/2006/main" l="0" t="0" r="0" b="0"/>
          <a:stretch xmlns:a="http://schemas.openxmlformats.org/drawingml/2006/main"/>
        </p:blipFill>
        <p:spPr>
          <a:xfrm xmlns:a="http://schemas.openxmlformats.org/drawingml/2006/main">
            <a:off x="6291849" y="1819725"/>
            <a:ext cx="2363525" cy="4209124"/>
          </a:xfrm>
          <a:prstGeom xmlns:a="http://schemas.openxmlformats.org/drawingml/2006/main" prst="rect">
            <a:avLst/>
          </a:prstGeom>
          <a:ln xmlns:a="http://schemas.openxmlformats.org/drawingml/2006/main">
            <a:noFill/>
          </a:ln>
        </p:spPr>
      </p:pic>
      <p:pic>
        <p:nvPicPr>
          <p:cNvPr id="151" name="Google Shape;151;h7ec25ba77cfe6c11_0_316">
            <a:extLst xmlns:a="http://schemas.openxmlformats.org/drawingml/2006/main">
              <a:ext uri="{FF2B5EF4-FFF2-40B4-BE49-F238E27FC236}">
                <a16:creationId xmlns:a16="http://schemas.microsoft.com/office/drawing/2014/main" id="{D49E6D47-FE98-4535-8034-510C94CE07F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f4ce262c9804097">
            <a:alphaModFix/>
          </a:blip>
          <a:srcRect xmlns:a="http://schemas.openxmlformats.org/drawingml/2006/main" l="0" t="0" r="0" b="0"/>
          <a:stretch xmlns:a="http://schemas.openxmlformats.org/drawingml/2006/main"/>
        </p:blipFill>
        <p:spPr>
          <a:xfrm xmlns:a="http://schemas.openxmlformats.org/drawingml/2006/main">
            <a:off x="8767900" y="1864325"/>
            <a:ext cx="2910736" cy="4119924"/>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47084082"/>
      </p:ext>
    </p:extLst>
  </p:cSld>
</p:sld>
</file>

<file path=ppt/slides/slide4.xml><?xml version="1.0" encoding="utf-8"?>
<p:sld xmlns:p="http://schemas.openxmlformats.org/presentationml/2006/main">
  <p:cSld>
    <p:bg>
      <p:bgPr>
        <a:solidFill xmlns:a="http://schemas.openxmlformats.org/drawingml/2006/main">
          <a:srgbClr val="1A1A1A"/>
        </a:solidFill>
      </p:bgPr>
    </p:bg>
    <p:spTree>
      <p:nvGrpSpPr>
        <p:cNvPr id="1" name=""/>
        <p:cNvGrpSpPr/>
        <p:nvPr/>
      </p:nvGrpSpPr>
      <p:grpSpPr>
        <a:xfrm xmlns:a="http://schemas.openxmlformats.org/drawingml/2006/main"/>
      </p:grpSpPr>
      <p:sp>
        <p:nvSpPr>
          <p:cNvPr id="156" name="Google Shape;156;h7ec25ba77cfe6c11_0_343">
            <a:extLst xmlns:a="http://schemas.openxmlformats.org/drawingml/2006/main">
              <a:ext uri="{FF2B5EF4-FFF2-40B4-BE49-F238E27FC236}">
                <a16:creationId xmlns:a16="http://schemas.microsoft.com/office/drawing/2014/main" id="{B7032A2A-680E-4559-9193-B65B10524204}"/>
              </a:ext>
            </a:extLst>
          </p:cNvPr>
          <p:cNvSpPr>
            <a:spLocks xmlns:a="http://schemas.openxmlformats.org/drawingml/2006/main" noGrp="1"/>
          </p:cNvSpPr>
          <p:nvPr/>
        </p:nvSpPr>
        <p:spPr>
          <a:xfrm xmlns:a="http://schemas.openxmlformats.org/drawingml/2006/main">
            <a:off x="609600" y="2979539"/>
            <a:ext cx="3454500" cy="2613300"/>
          </a:xfrm>
          <a:prstGeom xmlns:a="http://schemas.openxmlformats.org/drawingml/2006/main" prst="roundRect">
            <a:avLst>
              <a:gd name="adj" fmla="val 5831"/>
            </a:avLst>
          </a:prstGeom>
          <a:solidFill xmlns:a="http://schemas.openxmlformats.org/drawingml/2006/main">
            <a:srgbClr val="26262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57" name="Google Shape;157;h7ec25ba77cfe6c11_0_343">
            <a:extLst xmlns:a="http://schemas.openxmlformats.org/drawingml/2006/main">
              <a:ext uri="{FF2B5EF4-FFF2-40B4-BE49-F238E27FC236}">
                <a16:creationId xmlns:a16="http://schemas.microsoft.com/office/drawing/2014/main" id="{E564C1FD-EDD0-4001-95AE-1744CFD1A73B}"/>
              </a:ext>
            </a:extLst>
          </p:cNvPr>
          <p:cNvSpPr>
            <a:spLocks xmlns:a="http://schemas.openxmlformats.org/drawingml/2006/main" noGrp="1"/>
          </p:cNvSpPr>
          <p:nvPr/>
        </p:nvSpPr>
        <p:spPr>
          <a:xfrm xmlns:a="http://schemas.openxmlformats.org/drawingml/2006/main">
            <a:off x="4368849" y="2979539"/>
            <a:ext cx="3454500" cy="2613300"/>
          </a:xfrm>
          <a:prstGeom xmlns:a="http://schemas.openxmlformats.org/drawingml/2006/main" prst="roundRect">
            <a:avLst>
              <a:gd name="adj" fmla="val 5831"/>
            </a:avLst>
          </a:prstGeom>
          <a:solidFill xmlns:a="http://schemas.openxmlformats.org/drawingml/2006/main">
            <a:srgbClr val="26262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58" name="Google Shape;158;h7ec25ba77cfe6c11_0_343">
            <a:extLst xmlns:a="http://schemas.openxmlformats.org/drawingml/2006/main">
              <a:ext uri="{FF2B5EF4-FFF2-40B4-BE49-F238E27FC236}">
                <a16:creationId xmlns:a16="http://schemas.microsoft.com/office/drawing/2014/main" id="{545F3613-199F-4373-B3CB-6C94C2B175A3}"/>
              </a:ext>
            </a:extLst>
          </p:cNvPr>
          <p:cNvSpPr>
            <a:spLocks xmlns:a="http://schemas.openxmlformats.org/drawingml/2006/main" noGrp="1"/>
          </p:cNvSpPr>
          <p:nvPr/>
        </p:nvSpPr>
        <p:spPr>
          <a:xfrm xmlns:a="http://schemas.openxmlformats.org/drawingml/2006/main">
            <a:off x="8128099" y="2979539"/>
            <a:ext cx="3454500" cy="2613300"/>
          </a:xfrm>
          <a:prstGeom xmlns:a="http://schemas.openxmlformats.org/drawingml/2006/main" prst="roundRect">
            <a:avLst>
              <a:gd name="adj" fmla="val 5831"/>
            </a:avLst>
          </a:prstGeom>
          <a:solidFill xmlns:a="http://schemas.openxmlformats.org/drawingml/2006/main">
            <a:srgbClr val="262626"/>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59" name="Google Shape;159;h7ec25ba77cfe6c11_0_343">
            <a:extLst xmlns:a="http://schemas.openxmlformats.org/drawingml/2006/main">
              <a:ext uri="{FF2B5EF4-FFF2-40B4-BE49-F238E27FC236}">
                <a16:creationId xmlns:a16="http://schemas.microsoft.com/office/drawing/2014/main" id="{B153E76C-734A-4FDF-981F-BD9C21C680FD}"/>
              </a:ext>
            </a:extLst>
          </p:cNvPr>
          <p:cNvSpPr>
            <a:spLocks xmlns:a="http://schemas.openxmlformats.org/drawingml/2006/main" noGrp="1"/>
          </p:cNvSpPr>
          <p:nvPr/>
        </p:nvSpPr>
        <p:spPr>
          <a:xfrm xmlns:a="http://schemas.openxmlformats.org/drawingml/2006/main">
            <a:off x="609600" y="2979539"/>
            <a:ext cx="3454500" cy="38100"/>
          </a:xfrm>
          <a:prstGeom xmlns:a="http://schemas.openxmlformats.org/drawingml/2006/main" prst="rect">
            <a:avLst/>
          </a:prstGeom>
          <a:solidFill xmlns:a="http://schemas.openxmlformats.org/drawingml/2006/main">
            <a:srgbClr val="BEF26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60" name="Google Shape;160;h7ec25ba77cfe6c11_0_343">
            <a:extLst xmlns:a="http://schemas.openxmlformats.org/drawingml/2006/main">
              <a:ext uri="{FF2B5EF4-FFF2-40B4-BE49-F238E27FC236}">
                <a16:creationId xmlns:a16="http://schemas.microsoft.com/office/drawing/2014/main" id="{C7A5D86C-927A-4E2F-93B0-19713ED7FBBB}"/>
              </a:ext>
            </a:extLst>
          </p:cNvPr>
          <p:cNvSpPr>
            <a:spLocks xmlns:a="http://schemas.openxmlformats.org/drawingml/2006/main" noGrp="1"/>
          </p:cNvSpPr>
          <p:nvPr/>
        </p:nvSpPr>
        <p:spPr>
          <a:xfrm xmlns:a="http://schemas.openxmlformats.org/drawingml/2006/main">
            <a:off x="4368849" y="2979539"/>
            <a:ext cx="3454500" cy="38100"/>
          </a:xfrm>
          <a:prstGeom xmlns:a="http://schemas.openxmlformats.org/drawingml/2006/main" prst="rect">
            <a:avLst/>
          </a:prstGeom>
          <a:solidFill xmlns:a="http://schemas.openxmlformats.org/drawingml/2006/main">
            <a:srgbClr val="BEF26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sp>
        <p:nvSpPr>
          <p:cNvPr id="161" name="Google Shape;161;h7ec25ba77cfe6c11_0_343">
            <a:extLst xmlns:a="http://schemas.openxmlformats.org/drawingml/2006/main">
              <a:ext uri="{FF2B5EF4-FFF2-40B4-BE49-F238E27FC236}">
                <a16:creationId xmlns:a16="http://schemas.microsoft.com/office/drawing/2014/main" id="{7F41BCDF-F095-4D23-978C-45FA2FBE6911}"/>
              </a:ext>
            </a:extLst>
          </p:cNvPr>
          <p:cNvSpPr>
            <a:spLocks xmlns:a="http://schemas.openxmlformats.org/drawingml/2006/main" noGrp="1"/>
          </p:cNvSpPr>
          <p:nvPr/>
        </p:nvSpPr>
        <p:spPr>
          <a:xfrm xmlns:a="http://schemas.openxmlformats.org/drawingml/2006/main">
            <a:off x="8128099" y="2979539"/>
            <a:ext cx="3454500" cy="38100"/>
          </a:xfrm>
          <a:prstGeom xmlns:a="http://schemas.openxmlformats.org/drawingml/2006/main" prst="rect">
            <a:avLst/>
          </a:prstGeom>
          <a:solidFill xmlns:a="http://schemas.openxmlformats.org/drawingml/2006/main">
            <a:srgbClr val="BEF264"/>
          </a:solidFill>
          <a:ln xmlns:a="http://schemas.openxmlformats.org/drawingml/2006/main">
            <a:noFill/>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strike="noStrike" cap="none" spc="0">
              <a:solidFill>
                <a:schemeClr val="dk1"/>
              </a:solidFill>
              <a:latin typeface="Calibri"/>
              <a:ea typeface="Calibri"/>
              <a:cs typeface="Calibri"/>
            </a:endParaRPr>
          </a:p>
        </p:txBody>
      </p:sp>
      <p:pic>
        <p:nvPicPr>
          <p:cNvPr id="162" name="Google Shape;162;h7ec25ba77cfe6c11_0_343">
            <a:extLst xmlns:a="http://schemas.openxmlformats.org/drawingml/2006/main">
              <a:ext uri="{FF2B5EF4-FFF2-40B4-BE49-F238E27FC236}">
                <a16:creationId xmlns:a16="http://schemas.microsoft.com/office/drawing/2014/main" id="{7B79C625-5666-4EAE-89B0-C295E18F231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465881c801842ed">
            <a:alphaModFix/>
          </a:blip>
          <a:srcRect xmlns:a="http://schemas.openxmlformats.org/drawingml/2006/main" l="0" t="0" r="0" b="0"/>
          <a:stretch xmlns:a="http://schemas.openxmlformats.org/drawingml/2006/main"/>
        </p:blipFill>
        <p:spPr>
          <a:xfrm xmlns:a="http://schemas.openxmlformats.org/drawingml/2006/main">
            <a:off x="2165300" y="3474839"/>
            <a:ext cx="342900" cy="457200"/>
          </a:xfrm>
          <a:prstGeom xmlns:a="http://schemas.openxmlformats.org/drawingml/2006/main" prst="rect">
            <a:avLst/>
          </a:prstGeom>
          <a:ln xmlns:a="http://schemas.openxmlformats.org/drawingml/2006/main">
            <a:noFill/>
          </a:ln>
        </p:spPr>
      </p:pic>
      <p:pic>
        <p:nvPicPr>
          <p:cNvPr id="163" name="Google Shape;163;h7ec25ba77cfe6c11_0_343">
            <a:extLst xmlns:a="http://schemas.openxmlformats.org/drawingml/2006/main">
              <a:ext uri="{FF2B5EF4-FFF2-40B4-BE49-F238E27FC236}">
                <a16:creationId xmlns:a16="http://schemas.microsoft.com/office/drawing/2014/main" id="{35A78B90-5088-465C-AB2E-FBEBF0CF412E}"/>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ba5d369930a4150">
            <a:alphaModFix/>
          </a:blip>
          <a:srcRect xmlns:a="http://schemas.openxmlformats.org/drawingml/2006/main" l="0" t="0" r="0" b="0"/>
          <a:stretch xmlns:a="http://schemas.openxmlformats.org/drawingml/2006/main"/>
        </p:blipFill>
        <p:spPr>
          <a:xfrm xmlns:a="http://schemas.openxmlformats.org/drawingml/2006/main">
            <a:off x="5867400" y="3474839"/>
            <a:ext cx="457200" cy="457200"/>
          </a:xfrm>
          <a:prstGeom xmlns:a="http://schemas.openxmlformats.org/drawingml/2006/main" prst="rect">
            <a:avLst/>
          </a:prstGeom>
          <a:ln xmlns:a="http://schemas.openxmlformats.org/drawingml/2006/main">
            <a:noFill/>
          </a:ln>
        </p:spPr>
      </p:pic>
      <p:pic>
        <p:nvPicPr>
          <p:cNvPr id="164" name="Google Shape;164;h7ec25ba77cfe6c11_0_343">
            <a:extLst xmlns:a="http://schemas.openxmlformats.org/drawingml/2006/main">
              <a:ext uri="{FF2B5EF4-FFF2-40B4-BE49-F238E27FC236}">
                <a16:creationId xmlns:a16="http://schemas.microsoft.com/office/drawing/2014/main" id="{F9549054-D222-4116-B41D-DB24B97986C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dee207a3ecf41b4">
            <a:alphaModFix/>
          </a:blip>
          <a:srcRect xmlns:a="http://schemas.openxmlformats.org/drawingml/2006/main" l="0" t="0" r="0" b="0"/>
          <a:stretch xmlns:a="http://schemas.openxmlformats.org/drawingml/2006/main"/>
        </p:blipFill>
        <p:spPr>
          <a:xfrm xmlns:a="http://schemas.openxmlformats.org/drawingml/2006/main">
            <a:off x="9626649" y="3474839"/>
            <a:ext cx="457200" cy="457200"/>
          </a:xfrm>
          <a:prstGeom xmlns:a="http://schemas.openxmlformats.org/drawingml/2006/main" prst="rect">
            <a:avLst/>
          </a:prstGeom>
          <a:ln xmlns:a="http://schemas.openxmlformats.org/drawingml/2006/main">
            <a:noFill/>
          </a:ln>
        </p:spPr>
      </p:pic>
      <p:sp>
        <p:nvSpPr>
          <p:cNvPr id="165" name="Google Shape;165;h7ec25ba77cfe6c11_0_343">
            <a:extLst xmlns:a="http://schemas.openxmlformats.org/drawingml/2006/main">
              <a:ext uri="{FF2B5EF4-FFF2-40B4-BE49-F238E27FC236}">
                <a16:creationId xmlns:a16="http://schemas.microsoft.com/office/drawing/2014/main" id="{04AFC78C-598E-45A2-9B75-E721991228B8}"/>
              </a:ext>
            </a:extLst>
          </p:cNvPr>
          <p:cNvSpPr>
            <a:spLocks xmlns:a="http://schemas.openxmlformats.org/drawingml/2006/main" noGrp="1"/>
          </p:cNvSpPr>
          <p:nvPr/>
        </p:nvSpPr>
        <p:spPr>
          <a:xfrm xmlns:a="http://schemas.openxmlformats.org/drawingml/2006/main">
            <a:off x="0" y="1265039"/>
            <a:ext cx="12192000" cy="6400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4200"/>
              <a:buFont typeface="Arial"/>
              <a:buNone/>
            </a:pPr>
            <a:r>
              <a:rPr sz="4200" b="1" i="0" u="none" strike="noStrike" cap="none" spc="0">
                <a:solidFill>
                  <a:srgbClr val="FFFFFF"/>
                </a:solidFill>
                <a:latin typeface="Space Grotesk"/>
                <a:ea typeface="Space Grotesk"/>
                <a:cs typeface="Space Grotesk"/>
              </a:rPr>
              <a:t>What's Next</a:t>
            </a:r>
            <a:endParaRPr sz="1400" b="0" i="0" u="none" strike="noStrike" cap="none" spc="0">
              <a:solidFill>
                <a:srgbClr val="000000"/>
              </a:solidFill>
              <a:latin typeface="Arial"/>
              <a:ea typeface="Arial"/>
              <a:cs typeface="Arial"/>
            </a:endParaRPr>
          </a:p>
        </p:txBody>
      </p:sp>
      <p:sp>
        <p:nvSpPr>
          <p:cNvPr id="166" name="Google Shape;166;h7ec25ba77cfe6c11_0_343">
            <a:extLst xmlns:a="http://schemas.openxmlformats.org/drawingml/2006/main">
              <a:ext uri="{FF2B5EF4-FFF2-40B4-BE49-F238E27FC236}">
                <a16:creationId xmlns:a16="http://schemas.microsoft.com/office/drawing/2014/main" id="{7FEC8A54-2949-4427-AC6C-E8281545519D}"/>
              </a:ext>
            </a:extLst>
          </p:cNvPr>
          <p:cNvSpPr>
            <a:spLocks xmlns:a="http://schemas.openxmlformats.org/drawingml/2006/main" noGrp="1"/>
          </p:cNvSpPr>
          <p:nvPr/>
        </p:nvSpPr>
        <p:spPr>
          <a:xfrm xmlns:a="http://schemas.openxmlformats.org/drawingml/2006/main">
            <a:off x="0" y="2093714"/>
            <a:ext cx="1219200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rPr sz="1800" b="0" i="0" u="none" strike="noStrike" cap="none" spc="0">
                <a:solidFill>
                  <a:srgbClr val="A3A3A3"/>
                </a:solidFill>
                <a:latin typeface="Inter"/>
                <a:ea typeface="Inter"/>
                <a:cs typeface="Inter"/>
              </a:rPr>
              <a:t>Checking beyond the browser.</a:t>
            </a:r>
            <a:endParaRPr sz="1400" b="0" i="0" u="none" strike="noStrike" cap="none" spc="0">
              <a:solidFill>
                <a:srgbClr val="000000"/>
              </a:solidFill>
              <a:latin typeface="Arial"/>
              <a:ea typeface="Arial"/>
              <a:cs typeface="Arial"/>
            </a:endParaRPr>
          </a:p>
        </p:txBody>
      </p:sp>
      <p:sp>
        <p:nvSpPr>
          <p:cNvPr id="167" name="Google Shape;167;h7ec25ba77cfe6c11_0_343">
            <a:extLst xmlns:a="http://schemas.openxmlformats.org/drawingml/2006/main">
              <a:ext uri="{FF2B5EF4-FFF2-40B4-BE49-F238E27FC236}">
                <a16:creationId xmlns:a16="http://schemas.microsoft.com/office/drawing/2014/main" id="{5FDD3D87-2EA0-4372-84DE-1FE944F7C113}"/>
              </a:ext>
            </a:extLst>
          </p:cNvPr>
          <p:cNvSpPr>
            <a:spLocks xmlns:a="http://schemas.openxmlformats.org/drawingml/2006/main" noGrp="1"/>
          </p:cNvSpPr>
          <p:nvPr/>
        </p:nvSpPr>
        <p:spPr>
          <a:xfrm xmlns:a="http://schemas.openxmlformats.org/drawingml/2006/main">
            <a:off x="469892" y="4160639"/>
            <a:ext cx="3733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1" i="0" u="none" strike="noStrike" cap="none" spc="0">
                <a:solidFill>
                  <a:srgbClr val="FFFFFF"/>
                </a:solidFill>
                <a:latin typeface="Space Grotesk"/>
                <a:ea typeface="Space Grotesk"/>
                <a:cs typeface="Space Grotesk"/>
              </a:rPr>
              <a:t>Mobile App</a:t>
            </a:r>
            <a:endParaRPr sz="1400" b="0" i="0" u="none" strike="noStrike" cap="none" spc="0">
              <a:solidFill>
                <a:srgbClr val="000000"/>
              </a:solidFill>
              <a:latin typeface="Arial"/>
              <a:ea typeface="Arial"/>
              <a:cs typeface="Arial"/>
            </a:endParaRPr>
          </a:p>
        </p:txBody>
      </p:sp>
      <p:sp>
        <p:nvSpPr>
          <p:cNvPr id="168" name="Google Shape;168;h7ec25ba77cfe6c11_0_343">
            <a:extLst xmlns:a="http://schemas.openxmlformats.org/drawingml/2006/main">
              <a:ext uri="{FF2B5EF4-FFF2-40B4-BE49-F238E27FC236}">
                <a16:creationId xmlns:a16="http://schemas.microsoft.com/office/drawing/2014/main" id="{42757B21-063A-4399-BABA-9703CAA50F00}"/>
              </a:ext>
            </a:extLst>
          </p:cNvPr>
          <p:cNvSpPr>
            <a:spLocks xmlns:a="http://schemas.openxmlformats.org/drawingml/2006/main" noGrp="1"/>
          </p:cNvSpPr>
          <p:nvPr/>
        </p:nvSpPr>
        <p:spPr>
          <a:xfrm xmlns:a="http://schemas.openxmlformats.org/drawingml/2006/main">
            <a:off x="558793" y="4655939"/>
            <a:ext cx="3556200" cy="2878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39925"/>
              </a:lnSpc>
              <a:spcBef>
                <a:spcPts val="0"/>
              </a:spcBef>
              <a:spcAft>
                <a:spcPts val="0"/>
              </a:spcAft>
              <a:buClr>
                <a:srgbClr val="000000"/>
              </a:buClr>
              <a:buSzPts val="1350"/>
              <a:buFont typeface="Arial"/>
              <a:buNone/>
            </a:pPr>
            <a:r>
              <a:rPr sz="1350" b="0" i="0" u="none" strike="noStrike" cap="none" spc="0">
                <a:solidFill>
                  <a:srgbClr val="D4D4D8"/>
                </a:solidFill>
                <a:latin typeface="Inter"/>
                <a:ea typeface="Inter"/>
                <a:cs typeface="Inter"/>
              </a:rPr>
              <a:t>Save or share posts for checking.</a:t>
            </a:r>
            <a:endParaRPr sz="1400" b="0" i="0" u="none" strike="noStrike" cap="none" spc="0">
              <a:solidFill>
                <a:srgbClr val="000000"/>
              </a:solidFill>
              <a:latin typeface="Arial"/>
              <a:ea typeface="Arial"/>
              <a:cs typeface="Arial"/>
            </a:endParaRPr>
          </a:p>
        </p:txBody>
      </p:sp>
      <p:sp>
        <p:nvSpPr>
          <p:cNvPr id="169" name="Google Shape;169;h7ec25ba77cfe6c11_0_343">
            <a:extLst xmlns:a="http://schemas.openxmlformats.org/drawingml/2006/main">
              <a:ext uri="{FF2B5EF4-FFF2-40B4-BE49-F238E27FC236}">
                <a16:creationId xmlns:a16="http://schemas.microsoft.com/office/drawing/2014/main" id="{E4AE5406-0610-4791-90B4-5BF83BD1F79F}"/>
              </a:ext>
            </a:extLst>
          </p:cNvPr>
          <p:cNvSpPr>
            <a:spLocks xmlns:a="http://schemas.openxmlformats.org/drawingml/2006/main" noGrp="1"/>
          </p:cNvSpPr>
          <p:nvPr/>
        </p:nvSpPr>
        <p:spPr>
          <a:xfrm xmlns:a="http://schemas.openxmlformats.org/drawingml/2006/main">
            <a:off x="4229141" y="4160639"/>
            <a:ext cx="3733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1" i="0" u="none" strike="noStrike" cap="none" spc="0">
                <a:solidFill>
                  <a:srgbClr val="FFFFFF"/>
                </a:solidFill>
                <a:latin typeface="Space Grotesk"/>
                <a:ea typeface="Space Grotesk"/>
                <a:cs typeface="Space Grotesk"/>
              </a:rPr>
              <a:t>Public Bots</a:t>
            </a:r>
            <a:endParaRPr sz="1400" b="0" i="0" u="none" strike="noStrike" cap="none" spc="0">
              <a:solidFill>
                <a:srgbClr val="000000"/>
              </a:solidFill>
              <a:latin typeface="Arial"/>
              <a:ea typeface="Arial"/>
              <a:cs typeface="Arial"/>
            </a:endParaRPr>
          </a:p>
        </p:txBody>
      </p:sp>
      <p:sp>
        <p:nvSpPr>
          <p:cNvPr id="170" name="Google Shape;170;h7ec25ba77cfe6c11_0_343">
            <a:extLst xmlns:a="http://schemas.openxmlformats.org/drawingml/2006/main">
              <a:ext uri="{FF2B5EF4-FFF2-40B4-BE49-F238E27FC236}">
                <a16:creationId xmlns:a16="http://schemas.microsoft.com/office/drawing/2014/main" id="{7B836707-9BEC-4F6E-8236-DD1827BB84DE}"/>
              </a:ext>
            </a:extLst>
          </p:cNvPr>
          <p:cNvSpPr>
            <a:spLocks xmlns:a="http://schemas.openxmlformats.org/drawingml/2006/main" noGrp="1"/>
          </p:cNvSpPr>
          <p:nvPr/>
        </p:nvSpPr>
        <p:spPr>
          <a:xfrm xmlns:a="http://schemas.openxmlformats.org/drawingml/2006/main">
            <a:off x="4318043" y="4655939"/>
            <a:ext cx="3556200" cy="2878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39925"/>
              </a:lnSpc>
              <a:spcBef>
                <a:spcPts val="0"/>
              </a:spcBef>
              <a:spcAft>
                <a:spcPts val="0"/>
              </a:spcAft>
              <a:buClr>
                <a:srgbClr val="000000"/>
              </a:buClr>
              <a:buSzPts val="1350"/>
              <a:buFont typeface="Arial"/>
              <a:buNone/>
            </a:pPr>
            <a:r>
              <a:rPr sz="1350" b="0" i="0" u="none" strike="noStrike" cap="none" spc="0">
                <a:solidFill>
                  <a:srgbClr val="D4D4D8"/>
                </a:solidFill>
                <a:latin typeface="Inter"/>
                <a:ea typeface="Inter"/>
                <a:cs typeface="Inter"/>
              </a:rPr>
              <a:t>Add context to viral posts on X and Reddit.</a:t>
            </a:r>
            <a:endParaRPr sz="1400" b="0" i="0" u="none" strike="noStrike" cap="none" spc="0">
              <a:solidFill>
                <a:srgbClr val="000000"/>
              </a:solidFill>
              <a:latin typeface="Arial"/>
              <a:ea typeface="Arial"/>
              <a:cs typeface="Arial"/>
            </a:endParaRPr>
          </a:p>
        </p:txBody>
      </p:sp>
      <p:sp>
        <p:nvSpPr>
          <p:cNvPr id="171" name="Google Shape;171;h7ec25ba77cfe6c11_0_343">
            <a:extLst xmlns:a="http://schemas.openxmlformats.org/drawingml/2006/main">
              <a:ext uri="{FF2B5EF4-FFF2-40B4-BE49-F238E27FC236}">
                <a16:creationId xmlns:a16="http://schemas.microsoft.com/office/drawing/2014/main" id="{07F918AF-0F99-4B20-B614-F1E8A4F80C44}"/>
              </a:ext>
            </a:extLst>
          </p:cNvPr>
          <p:cNvSpPr>
            <a:spLocks xmlns:a="http://schemas.openxmlformats.org/drawingml/2006/main" noGrp="1"/>
          </p:cNvSpPr>
          <p:nvPr/>
        </p:nvSpPr>
        <p:spPr>
          <a:xfrm xmlns:a="http://schemas.openxmlformats.org/drawingml/2006/main">
            <a:off x="7988391" y="4160639"/>
            <a:ext cx="373380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2100"/>
              <a:buFont typeface="Arial"/>
              <a:buNone/>
            </a:pPr>
            <a:r>
              <a:rPr sz="2100" b="1" i="0" u="none" strike="noStrike" cap="none" spc="0">
                <a:solidFill>
                  <a:srgbClr val="FFFFFF"/>
                </a:solidFill>
                <a:latin typeface="Space Grotesk"/>
                <a:ea typeface="Space Grotesk"/>
                <a:cs typeface="Space Grotesk"/>
              </a:rPr>
              <a:t>Model Testing</a:t>
            </a:r>
            <a:endParaRPr sz="1400" b="0" i="0" u="none" strike="noStrike" cap="none" spc="0">
              <a:solidFill>
                <a:srgbClr val="000000"/>
              </a:solidFill>
              <a:latin typeface="Arial"/>
              <a:ea typeface="Arial"/>
              <a:cs typeface="Arial"/>
            </a:endParaRPr>
          </a:p>
        </p:txBody>
      </p:sp>
      <p:sp>
        <p:nvSpPr>
          <p:cNvPr id="172" name="Google Shape;172;h7ec25ba77cfe6c11_0_343">
            <a:extLst xmlns:a="http://schemas.openxmlformats.org/drawingml/2006/main">
              <a:ext uri="{FF2B5EF4-FFF2-40B4-BE49-F238E27FC236}">
                <a16:creationId xmlns:a16="http://schemas.microsoft.com/office/drawing/2014/main" id="{83584658-E870-4860-ABB3-DBCDF6347D4B}"/>
              </a:ext>
            </a:extLst>
          </p:cNvPr>
          <p:cNvSpPr>
            <a:spLocks xmlns:a="http://schemas.openxmlformats.org/drawingml/2006/main" noGrp="1"/>
          </p:cNvSpPr>
          <p:nvPr/>
        </p:nvSpPr>
        <p:spPr>
          <a:xfrm xmlns:a="http://schemas.openxmlformats.org/drawingml/2006/main">
            <a:off x="8077293" y="4655939"/>
            <a:ext cx="3556200" cy="28788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spAutoFit/>
          </a:bodyPr>
          <a:lstStyle xmlns:a="http://schemas.openxmlformats.org/drawingml/2006/main"/>
          <a:p xmlns:a="http://schemas.openxmlformats.org/drawingml/2006/main">
            <a:pPr marL="0" marR="0" lvl="0" indent="0" algn="ctr">
              <a:lnSpc>
                <a:spcPct val="139925"/>
              </a:lnSpc>
              <a:spcBef>
                <a:spcPts val="0"/>
              </a:spcBef>
              <a:spcAft>
                <a:spcPts val="0"/>
              </a:spcAft>
              <a:buClr>
                <a:srgbClr val="000000"/>
              </a:buClr>
              <a:buSzPts val="1350"/>
              <a:buFont typeface="Arial"/>
              <a:buNone/>
            </a:pPr>
            <a:r>
              <a:rPr sz="1350" b="0" i="0" u="none" strike="noStrike" cap="none" spc="0">
                <a:solidFill>
                  <a:srgbClr val="D4D4D8"/>
                </a:solidFill>
                <a:latin typeface="Inter"/>
                <a:ea typeface="Inter"/>
                <a:cs typeface="Inter"/>
              </a:rPr>
              <a:t>Compare accuracy, speed and cost.</a:t>
            </a:r>
            <a:endParaRPr sz="1400" b="0" i="0" u="none" strike="noStrike" cap="none" spc="0">
              <a:solidFill>
                <a:srgbClr val="000000"/>
              </a:solidFill>
              <a:latin typeface="Arial"/>
              <a:ea typeface="Arial"/>
              <a:cs typeface="Arial"/>
            </a:endParaRPr>
          </a:p>
        </p:txBody>
      </p:sp>
    </p:spTree>
    <p:extLst>
      <p:ext uri="{BB962C8B-B14F-4D97-AF65-F5344CB8AC3E}">
        <p14:creationId xmlns:p14="http://schemas.microsoft.com/office/powerpoint/2010/main" val="102994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2026-10-11T20:03:50.9010000Z</dcterms:created>
  <dcterms:modified xsi:type="dcterms:W3CDTF">2026-10-11T20:03:50.9010000Z</dcterms:modified>
</coreProperties>
</file>